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322" r:id="rId8"/>
    <p:sldId id="323" r:id="rId9"/>
    <p:sldId id="324" r:id="rId10"/>
    <p:sldId id="325" r:id="rId11"/>
    <p:sldId id="262" r:id="rId12"/>
    <p:sldId id="263" r:id="rId13"/>
    <p:sldId id="264" r:id="rId14"/>
    <p:sldId id="326" r:id="rId15"/>
    <p:sldId id="265" r:id="rId16"/>
    <p:sldId id="327" r:id="rId17"/>
    <p:sldId id="328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91" r:id="rId29"/>
  </p:sldIdLst>
  <p:sldSz cx="9144000" cy="5143500" type="screen16x9"/>
  <p:notesSz cx="6858000" cy="9144000"/>
  <p:embeddedFontLs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Maven Pro" pitchFamily="2" charset="77"/>
      <p:regular r:id="rId35"/>
      <p:bold r:id="rId36"/>
    </p:embeddedFont>
    <p:embeddedFont>
      <p:font typeface="Maven Pro SemiBold" pitchFamily="2" charset="77"/>
      <p:regular r:id="rId37"/>
      <p:bold r:id="rId38"/>
    </p:embeddedFont>
    <p:embeddedFont>
      <p:font typeface="Press Start 2P" pitchFamily="2" charset="0"/>
      <p:regular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3" roundtripDataSignature="AMtx7mizYCkxq9k6smDwyQy43OomhTIq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36409F-7BF3-4A27-97DA-384E34588DFC}">
  <a:tblStyle styleId="{5336409F-7BF3-4A27-97DA-384E34588DF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0"/>
    <p:restoredTop sz="94686"/>
  </p:normalViewPr>
  <p:slideViewPr>
    <p:cSldViewPr snapToGrid="0">
      <p:cViewPr varScale="1">
        <p:scale>
          <a:sx n="83" d="100"/>
          <a:sy n="83" d="100"/>
        </p:scale>
        <p:origin x="208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11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113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1" name="Google Shape;9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7" name="Google Shape;9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3" name="Google Shape;9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3" name="Google Shape;9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9" name="Google Shape;99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8" name="Google Shape;10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5" name="Google Shape;10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3" name="Google Shape;10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9" name="Google Shape;10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8" name="Google Shape;110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6" name="Google Shape;11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9" name="Google Shape;115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5" name="Google Shape;116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2" name="Google Shape;12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2" name="Google Shape;125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0" name="Google Shape;12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8" name="Google Shape;130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6" name="Google Shape;171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8"/>
          <p:cNvSpPr/>
          <p:nvPr/>
        </p:nvSpPr>
        <p:spPr>
          <a:xfrm>
            <a:off x="235890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68"/>
          <p:cNvSpPr/>
          <p:nvPr/>
        </p:nvSpPr>
        <p:spPr>
          <a:xfrm>
            <a:off x="294861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8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8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68"/>
          <p:cNvSpPr/>
          <p:nvPr/>
        </p:nvSpPr>
        <p:spPr>
          <a:xfrm>
            <a:off x="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8"/>
          <p:cNvSpPr/>
          <p:nvPr/>
        </p:nvSpPr>
        <p:spPr>
          <a:xfrm>
            <a:off x="58972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8"/>
          <p:cNvSpPr/>
          <p:nvPr/>
        </p:nvSpPr>
        <p:spPr>
          <a:xfrm>
            <a:off x="117944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8"/>
          <p:cNvSpPr/>
          <p:nvPr/>
        </p:nvSpPr>
        <p:spPr>
          <a:xfrm>
            <a:off x="176915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68"/>
          <p:cNvSpPr/>
          <p:nvPr/>
        </p:nvSpPr>
        <p:spPr>
          <a:xfrm>
            <a:off x="294861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8"/>
          <p:cNvSpPr/>
          <p:nvPr/>
        </p:nvSpPr>
        <p:spPr>
          <a:xfrm>
            <a:off x="353833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68"/>
          <p:cNvSpPr/>
          <p:nvPr/>
        </p:nvSpPr>
        <p:spPr>
          <a:xfrm>
            <a:off x="530750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68"/>
          <p:cNvSpPr/>
          <p:nvPr/>
        </p:nvSpPr>
        <p:spPr>
          <a:xfrm>
            <a:off x="5897255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68"/>
          <p:cNvSpPr/>
          <p:nvPr/>
        </p:nvSpPr>
        <p:spPr>
          <a:xfrm>
            <a:off x="648697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8"/>
          <p:cNvSpPr/>
          <p:nvPr/>
        </p:nvSpPr>
        <p:spPr>
          <a:xfrm>
            <a:off x="707668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8"/>
          <p:cNvSpPr/>
          <p:nvPr/>
        </p:nvSpPr>
        <p:spPr>
          <a:xfrm>
            <a:off x="9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68"/>
          <p:cNvSpPr/>
          <p:nvPr/>
        </p:nvSpPr>
        <p:spPr>
          <a:xfrm>
            <a:off x="8257017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68"/>
          <p:cNvSpPr/>
          <p:nvPr/>
        </p:nvSpPr>
        <p:spPr>
          <a:xfrm>
            <a:off x="7666240" y="363586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8"/>
          <p:cNvSpPr/>
          <p:nvPr/>
        </p:nvSpPr>
        <p:spPr>
          <a:xfrm>
            <a:off x="9" y="3034023"/>
            <a:ext cx="295338" cy="302004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8"/>
          <p:cNvSpPr/>
          <p:nvPr/>
        </p:nvSpPr>
        <p:spPr>
          <a:xfrm>
            <a:off x="9" y="243186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8"/>
          <p:cNvSpPr/>
          <p:nvPr/>
        </p:nvSpPr>
        <p:spPr>
          <a:xfrm>
            <a:off x="884677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68"/>
          <p:cNvSpPr/>
          <p:nvPr/>
        </p:nvSpPr>
        <p:spPr>
          <a:xfrm>
            <a:off x="8846774" y="303468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8"/>
          <p:cNvSpPr/>
          <p:nvPr/>
        </p:nvSpPr>
        <p:spPr>
          <a:xfrm>
            <a:off x="-51" y="1784888"/>
            <a:ext cx="295369" cy="302004"/>
          </a:xfrm>
          <a:custGeom>
            <a:avLst/>
            <a:gdLst/>
            <a:ahLst/>
            <a:cxnLst/>
            <a:rect l="l" t="t" r="r" b="b"/>
            <a:pathLst>
              <a:path w="9515" h="10579" extrusionOk="0">
                <a:moveTo>
                  <a:pt x="1" y="1"/>
                </a:moveTo>
                <a:lnTo>
                  <a:pt x="1" y="10579"/>
                </a:lnTo>
                <a:lnTo>
                  <a:pt x="9515" y="10579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8"/>
          <p:cNvSpPr/>
          <p:nvPr/>
        </p:nvSpPr>
        <p:spPr>
          <a:xfrm>
            <a:off x="590611" y="3034023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8"/>
          <p:cNvSpPr/>
          <p:nvPr/>
        </p:nvSpPr>
        <p:spPr>
          <a:xfrm>
            <a:off x="590637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8"/>
          <p:cNvSpPr/>
          <p:nvPr/>
        </p:nvSpPr>
        <p:spPr>
          <a:xfrm>
            <a:off x="-5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8"/>
          <p:cNvSpPr/>
          <p:nvPr/>
        </p:nvSpPr>
        <p:spPr>
          <a:xfrm>
            <a:off x="59016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8"/>
          <p:cNvSpPr/>
          <p:nvPr/>
        </p:nvSpPr>
        <p:spPr>
          <a:xfrm>
            <a:off x="117993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8"/>
          <p:cNvSpPr/>
          <p:nvPr/>
        </p:nvSpPr>
        <p:spPr>
          <a:xfrm>
            <a:off x="176892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8"/>
          <p:cNvSpPr/>
          <p:nvPr/>
        </p:nvSpPr>
        <p:spPr>
          <a:xfrm>
            <a:off x="353834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8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8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8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8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8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8"/>
          <p:cNvSpPr/>
          <p:nvPr/>
        </p:nvSpPr>
        <p:spPr>
          <a:xfrm>
            <a:off x="412805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68"/>
          <p:cNvSpPr/>
          <p:nvPr/>
        </p:nvSpPr>
        <p:spPr>
          <a:xfrm>
            <a:off x="7667320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8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8"/>
          <p:cNvSpPr/>
          <p:nvPr/>
        </p:nvSpPr>
        <p:spPr>
          <a:xfrm>
            <a:off x="825704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8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8"/>
          <p:cNvSpPr/>
          <p:nvPr/>
        </p:nvSpPr>
        <p:spPr>
          <a:xfrm>
            <a:off x="8847780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8"/>
          <p:cNvSpPr/>
          <p:nvPr/>
        </p:nvSpPr>
        <p:spPr>
          <a:xfrm>
            <a:off x="8846852" y="243208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5" y="10547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8"/>
          <p:cNvSpPr/>
          <p:nvPr/>
        </p:nvSpPr>
        <p:spPr>
          <a:xfrm>
            <a:off x="8846837" y="1829248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9"/>
                </a:lnTo>
                <a:lnTo>
                  <a:pt x="9484" y="10579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8"/>
          <p:cNvSpPr/>
          <p:nvPr/>
        </p:nvSpPr>
        <p:spPr>
          <a:xfrm>
            <a:off x="7074526" y="3637928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8"/>
          <p:cNvSpPr/>
          <p:nvPr/>
        </p:nvSpPr>
        <p:spPr>
          <a:xfrm>
            <a:off x="1768933" y="3638751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8"/>
          <p:cNvSpPr/>
          <p:nvPr/>
        </p:nvSpPr>
        <p:spPr>
          <a:xfrm>
            <a:off x="8258967" y="303510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8"/>
          <p:cNvSpPr txBox="1">
            <a:spLocks noGrp="1"/>
          </p:cNvSpPr>
          <p:nvPr>
            <p:ph type="ctrTitle"/>
          </p:nvPr>
        </p:nvSpPr>
        <p:spPr>
          <a:xfrm>
            <a:off x="1841100" y="2279225"/>
            <a:ext cx="54618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5" name="Google Shape;55;p68"/>
          <p:cNvSpPr txBox="1">
            <a:spLocks noGrp="1"/>
          </p:cNvSpPr>
          <p:nvPr>
            <p:ph type="subTitle" idx="1"/>
          </p:nvPr>
        </p:nvSpPr>
        <p:spPr>
          <a:xfrm>
            <a:off x="2358950" y="3281500"/>
            <a:ext cx="42831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68"/>
          <p:cNvSpPr txBox="1">
            <a:spLocks noGrp="1"/>
          </p:cNvSpPr>
          <p:nvPr>
            <p:ph type="ctrTitle" idx="2"/>
          </p:nvPr>
        </p:nvSpPr>
        <p:spPr>
          <a:xfrm>
            <a:off x="713100" y="1323175"/>
            <a:ext cx="7717800" cy="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APTION_ONLY_1_1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9"/>
          <p:cNvSpPr/>
          <p:nvPr/>
        </p:nvSpPr>
        <p:spPr>
          <a:xfrm>
            <a:off x="235895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9"/>
          <p:cNvSpPr/>
          <p:nvPr/>
        </p:nvSpPr>
        <p:spPr>
          <a:xfrm>
            <a:off x="294866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9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9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9"/>
          <p:cNvSpPr/>
          <p:nvPr/>
        </p:nvSpPr>
        <p:spPr>
          <a:xfrm>
            <a:off x="5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9"/>
          <p:cNvSpPr/>
          <p:nvPr/>
        </p:nvSpPr>
        <p:spPr>
          <a:xfrm>
            <a:off x="58977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9"/>
          <p:cNvSpPr/>
          <p:nvPr/>
        </p:nvSpPr>
        <p:spPr>
          <a:xfrm>
            <a:off x="176920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9"/>
          <p:cNvSpPr/>
          <p:nvPr/>
        </p:nvSpPr>
        <p:spPr>
          <a:xfrm>
            <a:off x="353838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9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9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9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9"/>
          <p:cNvSpPr/>
          <p:nvPr/>
        </p:nvSpPr>
        <p:spPr>
          <a:xfrm>
            <a:off x="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9"/>
          <p:cNvSpPr/>
          <p:nvPr/>
        </p:nvSpPr>
        <p:spPr>
          <a:xfrm>
            <a:off x="59021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9"/>
          <p:cNvSpPr/>
          <p:nvPr/>
        </p:nvSpPr>
        <p:spPr>
          <a:xfrm>
            <a:off x="117998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9"/>
          <p:cNvSpPr/>
          <p:nvPr/>
        </p:nvSpPr>
        <p:spPr>
          <a:xfrm>
            <a:off x="176897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9"/>
          <p:cNvSpPr/>
          <p:nvPr/>
        </p:nvSpPr>
        <p:spPr>
          <a:xfrm>
            <a:off x="353839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9"/>
          <p:cNvSpPr/>
          <p:nvPr/>
        </p:nvSpPr>
        <p:spPr>
          <a:xfrm>
            <a:off x="412858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9"/>
          <p:cNvSpPr/>
          <p:nvPr/>
        </p:nvSpPr>
        <p:spPr>
          <a:xfrm>
            <a:off x="471785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9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9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9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9"/>
          <p:cNvSpPr/>
          <p:nvPr/>
        </p:nvSpPr>
        <p:spPr>
          <a:xfrm>
            <a:off x="412810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9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9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9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9"/>
          <p:cNvSpPr/>
          <p:nvPr/>
        </p:nvSpPr>
        <p:spPr>
          <a:xfrm>
            <a:off x="1768971" y="36379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9"/>
          <p:cNvSpPr/>
          <p:nvPr/>
        </p:nvSpPr>
        <p:spPr>
          <a:xfrm>
            <a:off x="59" y="3636224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9"/>
          <p:cNvSpPr/>
          <p:nvPr/>
        </p:nvSpPr>
        <p:spPr>
          <a:xfrm>
            <a:off x="8848624" y="363770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9"/>
          <p:cNvSpPr txBox="1">
            <a:spLocks noGrp="1"/>
          </p:cNvSpPr>
          <p:nvPr>
            <p:ph type="subTitle" idx="1"/>
          </p:nvPr>
        </p:nvSpPr>
        <p:spPr>
          <a:xfrm>
            <a:off x="1059150" y="1276625"/>
            <a:ext cx="70257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9"/>
          <p:cNvSpPr txBox="1">
            <a:spLocks noGrp="1"/>
          </p:cNvSpPr>
          <p:nvPr>
            <p:ph type="title"/>
          </p:nvPr>
        </p:nvSpPr>
        <p:spPr>
          <a:xfrm>
            <a:off x="2332425" y="3034500"/>
            <a:ext cx="56976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-"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TWO_COLUMNS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0"/>
          <p:cNvSpPr/>
          <p:nvPr/>
        </p:nvSpPr>
        <p:spPr>
          <a:xfrm rot="10800000" flipH="1">
            <a:off x="0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0"/>
          <p:cNvSpPr/>
          <p:nvPr/>
        </p:nvSpPr>
        <p:spPr>
          <a:xfrm rot="10800000" flipH="1">
            <a:off x="589715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0"/>
          <p:cNvSpPr/>
          <p:nvPr/>
        </p:nvSpPr>
        <p:spPr>
          <a:xfrm rot="10800000" flipH="1">
            <a:off x="1179430" y="60217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0"/>
          <p:cNvSpPr/>
          <p:nvPr/>
        </p:nvSpPr>
        <p:spPr>
          <a:xfrm rot="10800000" flipH="1">
            <a:off x="886" y="1807370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0"/>
          <p:cNvSpPr/>
          <p:nvPr/>
        </p:nvSpPr>
        <p:spPr>
          <a:xfrm rot="10800000" flipH="1">
            <a:off x="912" y="120519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0"/>
          <p:cNvSpPr/>
          <p:nvPr/>
        </p:nvSpPr>
        <p:spPr>
          <a:xfrm rot="10800000" flipH="1">
            <a:off x="444" y="-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0"/>
          <p:cNvSpPr/>
          <p:nvPr/>
        </p:nvSpPr>
        <p:spPr>
          <a:xfrm rot="10800000" flipH="1">
            <a:off x="590206" y="14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0"/>
          <p:cNvSpPr/>
          <p:nvPr/>
        </p:nvSpPr>
        <p:spPr>
          <a:xfrm rot="10800000" flipH="1">
            <a:off x="1179204" y="169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0"/>
          <p:cNvSpPr/>
          <p:nvPr/>
        </p:nvSpPr>
        <p:spPr>
          <a:xfrm rot="10800000" flipH="1">
            <a:off x="1179208" y="120349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0"/>
          <p:cNvSpPr/>
          <p:nvPr/>
        </p:nvSpPr>
        <p:spPr>
          <a:xfrm>
            <a:off x="8846692" y="4840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0"/>
          <p:cNvSpPr/>
          <p:nvPr/>
        </p:nvSpPr>
        <p:spPr>
          <a:xfrm>
            <a:off x="7666361" y="423742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0"/>
          <p:cNvSpPr/>
          <p:nvPr/>
        </p:nvSpPr>
        <p:spPr>
          <a:xfrm>
            <a:off x="8846692" y="363545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0"/>
          <p:cNvSpPr/>
          <p:nvPr/>
        </p:nvSpPr>
        <p:spPr>
          <a:xfrm>
            <a:off x="8255915" y="363404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0"/>
          <p:cNvSpPr/>
          <p:nvPr/>
        </p:nvSpPr>
        <p:spPr>
          <a:xfrm>
            <a:off x="7666361" y="4842351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0"/>
          <p:cNvSpPr/>
          <p:nvPr/>
        </p:nvSpPr>
        <p:spPr>
          <a:xfrm>
            <a:off x="8256995" y="42363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0"/>
          <p:cNvSpPr/>
          <p:nvPr/>
        </p:nvSpPr>
        <p:spPr>
          <a:xfrm>
            <a:off x="8256073" y="48386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0"/>
          <p:cNvSpPr/>
          <p:nvPr/>
        </p:nvSpPr>
        <p:spPr>
          <a:xfrm>
            <a:off x="8846724" y="4237634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0"/>
          <p:cNvSpPr/>
          <p:nvPr/>
        </p:nvSpPr>
        <p:spPr>
          <a:xfrm>
            <a:off x="8848642" y="3033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0"/>
          <p:cNvSpPr txBox="1">
            <a:spLocks noGrp="1"/>
          </p:cNvSpPr>
          <p:nvPr>
            <p:ph type="subTitle" idx="1"/>
          </p:nvPr>
        </p:nvSpPr>
        <p:spPr>
          <a:xfrm>
            <a:off x="1407681" y="4102075"/>
            <a:ext cx="3075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70"/>
          <p:cNvSpPr txBox="1">
            <a:spLocks noGrp="1"/>
          </p:cNvSpPr>
          <p:nvPr>
            <p:ph type="subTitle" idx="2"/>
          </p:nvPr>
        </p:nvSpPr>
        <p:spPr>
          <a:xfrm>
            <a:off x="4661319" y="4104337"/>
            <a:ext cx="3075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70"/>
          <p:cNvSpPr txBox="1">
            <a:spLocks noGrp="1"/>
          </p:cNvSpPr>
          <p:nvPr>
            <p:ph type="title"/>
          </p:nvPr>
        </p:nvSpPr>
        <p:spPr>
          <a:xfrm>
            <a:off x="1462581" y="1367150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70"/>
          <p:cNvSpPr txBox="1">
            <a:spLocks noGrp="1"/>
          </p:cNvSpPr>
          <p:nvPr>
            <p:ph type="title" idx="3"/>
          </p:nvPr>
        </p:nvSpPr>
        <p:spPr>
          <a:xfrm>
            <a:off x="4716219" y="1367150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70"/>
          <p:cNvSpPr txBox="1">
            <a:spLocks noGrp="1"/>
          </p:cNvSpPr>
          <p:nvPr>
            <p:ph type="title" idx="4"/>
          </p:nvPr>
        </p:nvSpPr>
        <p:spPr>
          <a:xfrm>
            <a:off x="1462581" y="2996049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70"/>
          <p:cNvSpPr txBox="1">
            <a:spLocks noGrp="1"/>
          </p:cNvSpPr>
          <p:nvPr>
            <p:ph type="title" idx="5"/>
          </p:nvPr>
        </p:nvSpPr>
        <p:spPr>
          <a:xfrm>
            <a:off x="4716219" y="2998075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3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70"/>
          <p:cNvSpPr txBox="1">
            <a:spLocks noGrp="1"/>
          </p:cNvSpPr>
          <p:nvPr>
            <p:ph type="subTitle" idx="6"/>
          </p:nvPr>
        </p:nvSpPr>
        <p:spPr>
          <a:xfrm>
            <a:off x="1781031" y="2015850"/>
            <a:ext cx="23283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4" name="Google Shape;114;p70"/>
          <p:cNvSpPr txBox="1">
            <a:spLocks noGrp="1"/>
          </p:cNvSpPr>
          <p:nvPr>
            <p:ph type="subTitle" idx="7"/>
          </p:nvPr>
        </p:nvSpPr>
        <p:spPr>
          <a:xfrm>
            <a:off x="5034669" y="2018575"/>
            <a:ext cx="23283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5" name="Google Shape;115;p70"/>
          <p:cNvSpPr txBox="1">
            <a:spLocks noGrp="1"/>
          </p:cNvSpPr>
          <p:nvPr>
            <p:ph type="subTitle" idx="8"/>
          </p:nvPr>
        </p:nvSpPr>
        <p:spPr>
          <a:xfrm>
            <a:off x="5034669" y="3643025"/>
            <a:ext cx="23283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6" name="Google Shape;116;p70"/>
          <p:cNvSpPr txBox="1">
            <a:spLocks noGrp="1"/>
          </p:cNvSpPr>
          <p:nvPr>
            <p:ph type="subTitle" idx="9"/>
          </p:nvPr>
        </p:nvSpPr>
        <p:spPr>
          <a:xfrm>
            <a:off x="1407681" y="2479575"/>
            <a:ext cx="3075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70"/>
          <p:cNvSpPr txBox="1">
            <a:spLocks noGrp="1"/>
          </p:cNvSpPr>
          <p:nvPr>
            <p:ph type="subTitle" idx="13"/>
          </p:nvPr>
        </p:nvSpPr>
        <p:spPr>
          <a:xfrm>
            <a:off x="4668369" y="2480138"/>
            <a:ext cx="30609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70"/>
          <p:cNvSpPr txBox="1">
            <a:spLocks noGrp="1"/>
          </p:cNvSpPr>
          <p:nvPr>
            <p:ph type="subTitle" idx="14"/>
          </p:nvPr>
        </p:nvSpPr>
        <p:spPr>
          <a:xfrm>
            <a:off x="1781031" y="3640250"/>
            <a:ext cx="23283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19" name="Google Shape;119;p70"/>
          <p:cNvSpPr txBox="1">
            <a:spLocks noGrp="1"/>
          </p:cNvSpPr>
          <p:nvPr>
            <p:ph type="title" idx="15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1"/>
          <p:cNvSpPr/>
          <p:nvPr/>
        </p:nvSpPr>
        <p:spPr>
          <a:xfrm>
            <a:off x="72" y="3026311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1"/>
          <p:cNvSpPr/>
          <p:nvPr/>
        </p:nvSpPr>
        <p:spPr>
          <a:xfrm>
            <a:off x="589787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1"/>
          <p:cNvSpPr/>
          <p:nvPr/>
        </p:nvSpPr>
        <p:spPr>
          <a:xfrm>
            <a:off x="1179502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1"/>
          <p:cNvSpPr/>
          <p:nvPr/>
        </p:nvSpPr>
        <p:spPr>
          <a:xfrm>
            <a:off x="72" y="242412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1"/>
          <p:cNvSpPr/>
          <p:nvPr/>
        </p:nvSpPr>
        <p:spPr>
          <a:xfrm>
            <a:off x="590674" y="1821085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1"/>
          <p:cNvSpPr/>
          <p:nvPr/>
        </p:nvSpPr>
        <p:spPr>
          <a:xfrm>
            <a:off x="590700" y="2424113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1"/>
          <p:cNvSpPr/>
          <p:nvPr/>
        </p:nvSpPr>
        <p:spPr>
          <a:xfrm>
            <a:off x="587" y="362934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1"/>
          <p:cNvSpPr/>
          <p:nvPr/>
        </p:nvSpPr>
        <p:spPr>
          <a:xfrm>
            <a:off x="590807" y="362931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1"/>
          <p:cNvSpPr/>
          <p:nvPr/>
        </p:nvSpPr>
        <p:spPr>
          <a:xfrm>
            <a:off x="1180568" y="362932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1"/>
          <p:cNvSpPr/>
          <p:nvPr/>
        </p:nvSpPr>
        <p:spPr>
          <a:xfrm>
            <a:off x="700" y="423236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1"/>
          <p:cNvSpPr/>
          <p:nvPr/>
        </p:nvSpPr>
        <p:spPr>
          <a:xfrm>
            <a:off x="590919" y="423233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1"/>
          <p:cNvSpPr/>
          <p:nvPr/>
        </p:nvSpPr>
        <p:spPr>
          <a:xfrm>
            <a:off x="1181256" y="4232351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1"/>
          <p:cNvSpPr/>
          <p:nvPr/>
        </p:nvSpPr>
        <p:spPr>
          <a:xfrm>
            <a:off x="700" y="483539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1"/>
          <p:cNvSpPr/>
          <p:nvPr/>
        </p:nvSpPr>
        <p:spPr>
          <a:xfrm>
            <a:off x="590919" y="483536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1"/>
          <p:cNvSpPr/>
          <p:nvPr/>
        </p:nvSpPr>
        <p:spPr>
          <a:xfrm>
            <a:off x="1180681" y="483537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1"/>
          <p:cNvSpPr/>
          <p:nvPr/>
        </p:nvSpPr>
        <p:spPr>
          <a:xfrm>
            <a:off x="7668397" y="3026311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1"/>
          <p:cNvSpPr/>
          <p:nvPr/>
        </p:nvSpPr>
        <p:spPr>
          <a:xfrm>
            <a:off x="8258112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1"/>
          <p:cNvSpPr/>
          <p:nvPr/>
        </p:nvSpPr>
        <p:spPr>
          <a:xfrm>
            <a:off x="8847827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1"/>
          <p:cNvSpPr/>
          <p:nvPr/>
        </p:nvSpPr>
        <p:spPr>
          <a:xfrm>
            <a:off x="8848597" y="242412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1"/>
          <p:cNvSpPr/>
          <p:nvPr/>
        </p:nvSpPr>
        <p:spPr>
          <a:xfrm>
            <a:off x="8258999" y="1821085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1"/>
          <p:cNvSpPr/>
          <p:nvPr/>
        </p:nvSpPr>
        <p:spPr>
          <a:xfrm>
            <a:off x="8259025" y="2424113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1"/>
          <p:cNvSpPr/>
          <p:nvPr/>
        </p:nvSpPr>
        <p:spPr>
          <a:xfrm>
            <a:off x="7668912" y="362934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1"/>
          <p:cNvSpPr/>
          <p:nvPr/>
        </p:nvSpPr>
        <p:spPr>
          <a:xfrm>
            <a:off x="8259132" y="362931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1"/>
          <p:cNvSpPr/>
          <p:nvPr/>
        </p:nvSpPr>
        <p:spPr>
          <a:xfrm>
            <a:off x="8848893" y="362932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3792C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1"/>
          <p:cNvSpPr/>
          <p:nvPr/>
        </p:nvSpPr>
        <p:spPr>
          <a:xfrm>
            <a:off x="7669025" y="423236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1"/>
          <p:cNvSpPr/>
          <p:nvPr/>
        </p:nvSpPr>
        <p:spPr>
          <a:xfrm>
            <a:off x="8259244" y="423233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1"/>
          <p:cNvSpPr/>
          <p:nvPr/>
        </p:nvSpPr>
        <p:spPr>
          <a:xfrm>
            <a:off x="8849581" y="4232351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1"/>
          <p:cNvSpPr/>
          <p:nvPr/>
        </p:nvSpPr>
        <p:spPr>
          <a:xfrm>
            <a:off x="7669025" y="483539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1"/>
          <p:cNvSpPr/>
          <p:nvPr/>
        </p:nvSpPr>
        <p:spPr>
          <a:xfrm>
            <a:off x="8259244" y="483536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1"/>
          <p:cNvSpPr/>
          <p:nvPr/>
        </p:nvSpPr>
        <p:spPr>
          <a:xfrm>
            <a:off x="8849006" y="483537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1"/>
          <p:cNvSpPr txBox="1">
            <a:spLocks noGrp="1"/>
          </p:cNvSpPr>
          <p:nvPr>
            <p:ph type="title"/>
          </p:nvPr>
        </p:nvSpPr>
        <p:spPr>
          <a:xfrm>
            <a:off x="1813050" y="1872881"/>
            <a:ext cx="55179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2" name="Google Shape;152;p71"/>
          <p:cNvSpPr txBox="1">
            <a:spLocks noGrp="1"/>
          </p:cNvSpPr>
          <p:nvPr>
            <p:ph type="subTitle" idx="1"/>
          </p:nvPr>
        </p:nvSpPr>
        <p:spPr>
          <a:xfrm>
            <a:off x="2155200" y="2601819"/>
            <a:ext cx="4833600" cy="1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2"/>
          <p:cNvSpPr/>
          <p:nvPr/>
        </p:nvSpPr>
        <p:spPr>
          <a:xfrm rot="-5400000">
            <a:off x="6360817" y="2417259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2"/>
          <p:cNvSpPr/>
          <p:nvPr/>
        </p:nvSpPr>
        <p:spPr>
          <a:xfrm rot="-5400000">
            <a:off x="6360817" y="1812222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2"/>
          <p:cNvSpPr/>
          <p:nvPr/>
        </p:nvSpPr>
        <p:spPr>
          <a:xfrm rot="-5400000">
            <a:off x="5742564" y="4837014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2"/>
          <p:cNvSpPr/>
          <p:nvPr/>
        </p:nvSpPr>
        <p:spPr>
          <a:xfrm rot="-5400000">
            <a:off x="5742548" y="4231961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2"/>
          <p:cNvSpPr/>
          <p:nvPr/>
        </p:nvSpPr>
        <p:spPr>
          <a:xfrm rot="-5400000">
            <a:off x="5742548" y="3626925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2"/>
          <p:cNvSpPr/>
          <p:nvPr/>
        </p:nvSpPr>
        <p:spPr>
          <a:xfrm rot="-5400000">
            <a:off x="5742548" y="302188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2"/>
          <p:cNvSpPr/>
          <p:nvPr/>
        </p:nvSpPr>
        <p:spPr>
          <a:xfrm rot="-5400000">
            <a:off x="5742548" y="181178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2"/>
          <p:cNvSpPr/>
          <p:nvPr/>
        </p:nvSpPr>
        <p:spPr>
          <a:xfrm rot="-5400000">
            <a:off x="5742548" y="120674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2"/>
          <p:cNvSpPr/>
          <p:nvPr/>
        </p:nvSpPr>
        <p:spPr>
          <a:xfrm rot="-5400000">
            <a:off x="5742548" y="-335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2"/>
          <p:cNvSpPr/>
          <p:nvPr/>
        </p:nvSpPr>
        <p:spPr>
          <a:xfrm rot="-5400000">
            <a:off x="5124295" y="4837453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2"/>
          <p:cNvSpPr/>
          <p:nvPr/>
        </p:nvSpPr>
        <p:spPr>
          <a:xfrm rot="-5400000">
            <a:off x="4506040" y="4836999"/>
            <a:ext cx="303021" cy="309859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2"/>
          <p:cNvSpPr/>
          <p:nvPr/>
        </p:nvSpPr>
        <p:spPr>
          <a:xfrm rot="-5400000">
            <a:off x="3887786" y="4837453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2"/>
          <p:cNvSpPr/>
          <p:nvPr/>
        </p:nvSpPr>
        <p:spPr>
          <a:xfrm rot="-5400000">
            <a:off x="4506518" y="4231531"/>
            <a:ext cx="302065" cy="309859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2"/>
          <p:cNvSpPr/>
          <p:nvPr/>
        </p:nvSpPr>
        <p:spPr>
          <a:xfrm rot="-5400000">
            <a:off x="5124774" y="423194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2"/>
          <p:cNvSpPr/>
          <p:nvPr/>
        </p:nvSpPr>
        <p:spPr>
          <a:xfrm rot="-5400000">
            <a:off x="6361248" y="483705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2"/>
          <p:cNvSpPr/>
          <p:nvPr/>
        </p:nvSpPr>
        <p:spPr>
          <a:xfrm rot="-5400000">
            <a:off x="6361286" y="423242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2"/>
          <p:cNvSpPr/>
          <p:nvPr/>
        </p:nvSpPr>
        <p:spPr>
          <a:xfrm rot="-5400000">
            <a:off x="6361284" y="3627354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2"/>
          <p:cNvSpPr/>
          <p:nvPr/>
        </p:nvSpPr>
        <p:spPr>
          <a:xfrm rot="-5400000">
            <a:off x="6359054" y="302254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2"/>
          <p:cNvSpPr/>
          <p:nvPr/>
        </p:nvSpPr>
        <p:spPr>
          <a:xfrm rot="-5400000">
            <a:off x="5742544" y="241725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2"/>
          <p:cNvSpPr/>
          <p:nvPr/>
        </p:nvSpPr>
        <p:spPr>
          <a:xfrm rot="-5400000">
            <a:off x="6359062" y="120715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2"/>
          <p:cNvSpPr/>
          <p:nvPr/>
        </p:nvSpPr>
        <p:spPr>
          <a:xfrm rot="-5400000">
            <a:off x="6359542" y="60213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2"/>
          <p:cNvSpPr/>
          <p:nvPr/>
        </p:nvSpPr>
        <p:spPr>
          <a:xfrm rot="-5400000">
            <a:off x="6359062" y="-294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2"/>
          <p:cNvSpPr/>
          <p:nvPr/>
        </p:nvSpPr>
        <p:spPr>
          <a:xfrm rot="-5400000">
            <a:off x="5742602" y="601705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2"/>
          <p:cNvSpPr/>
          <p:nvPr/>
        </p:nvSpPr>
        <p:spPr>
          <a:xfrm rot="-5400000">
            <a:off x="5126024" y="302254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2"/>
          <p:cNvSpPr/>
          <p:nvPr/>
        </p:nvSpPr>
        <p:spPr>
          <a:xfrm rot="-5400000">
            <a:off x="5126024" y="120882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2"/>
          <p:cNvSpPr/>
          <p:nvPr/>
        </p:nvSpPr>
        <p:spPr>
          <a:xfrm rot="-5400000">
            <a:off x="6979458" y="2417246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2"/>
          <p:cNvSpPr/>
          <p:nvPr/>
        </p:nvSpPr>
        <p:spPr>
          <a:xfrm rot="-5400000">
            <a:off x="6979458" y="1812210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2"/>
          <p:cNvSpPr/>
          <p:nvPr/>
        </p:nvSpPr>
        <p:spPr>
          <a:xfrm rot="-5400000">
            <a:off x="6979889" y="483704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2"/>
          <p:cNvSpPr/>
          <p:nvPr/>
        </p:nvSpPr>
        <p:spPr>
          <a:xfrm rot="-5400000">
            <a:off x="6979927" y="4232411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2"/>
          <p:cNvSpPr/>
          <p:nvPr/>
        </p:nvSpPr>
        <p:spPr>
          <a:xfrm rot="-5400000">
            <a:off x="6979924" y="3627341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2"/>
          <p:cNvSpPr/>
          <p:nvPr/>
        </p:nvSpPr>
        <p:spPr>
          <a:xfrm rot="-5400000">
            <a:off x="6977694" y="302253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2"/>
          <p:cNvSpPr/>
          <p:nvPr/>
        </p:nvSpPr>
        <p:spPr>
          <a:xfrm rot="-5400000">
            <a:off x="6977702" y="120714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2"/>
          <p:cNvSpPr/>
          <p:nvPr/>
        </p:nvSpPr>
        <p:spPr>
          <a:xfrm rot="-5400000">
            <a:off x="6978183" y="60212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2"/>
          <p:cNvSpPr/>
          <p:nvPr/>
        </p:nvSpPr>
        <p:spPr>
          <a:xfrm rot="-5400000">
            <a:off x="6977702" y="-2960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2"/>
          <p:cNvSpPr/>
          <p:nvPr/>
        </p:nvSpPr>
        <p:spPr>
          <a:xfrm rot="-5400000">
            <a:off x="7598098" y="2417246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2"/>
          <p:cNvSpPr/>
          <p:nvPr/>
        </p:nvSpPr>
        <p:spPr>
          <a:xfrm rot="-5400000">
            <a:off x="7598098" y="1812210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2"/>
          <p:cNvSpPr/>
          <p:nvPr/>
        </p:nvSpPr>
        <p:spPr>
          <a:xfrm rot="-5400000">
            <a:off x="7598529" y="483704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2"/>
          <p:cNvSpPr/>
          <p:nvPr/>
        </p:nvSpPr>
        <p:spPr>
          <a:xfrm rot="-5400000">
            <a:off x="7598568" y="4232411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2"/>
          <p:cNvSpPr/>
          <p:nvPr/>
        </p:nvSpPr>
        <p:spPr>
          <a:xfrm rot="-5400000">
            <a:off x="7598565" y="3627341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2"/>
          <p:cNvSpPr/>
          <p:nvPr/>
        </p:nvSpPr>
        <p:spPr>
          <a:xfrm rot="-5400000">
            <a:off x="7596335" y="302253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2"/>
          <p:cNvSpPr/>
          <p:nvPr/>
        </p:nvSpPr>
        <p:spPr>
          <a:xfrm rot="-5400000">
            <a:off x="7596343" y="120714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2"/>
          <p:cNvSpPr/>
          <p:nvPr/>
        </p:nvSpPr>
        <p:spPr>
          <a:xfrm rot="-5400000">
            <a:off x="7596823" y="60212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2"/>
          <p:cNvSpPr/>
          <p:nvPr/>
        </p:nvSpPr>
        <p:spPr>
          <a:xfrm rot="-5400000">
            <a:off x="7596343" y="-2960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2"/>
          <p:cNvSpPr/>
          <p:nvPr/>
        </p:nvSpPr>
        <p:spPr>
          <a:xfrm rot="-5400000">
            <a:off x="8216739" y="2417259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2"/>
          <p:cNvSpPr/>
          <p:nvPr/>
        </p:nvSpPr>
        <p:spPr>
          <a:xfrm rot="-5400000">
            <a:off x="8216739" y="1812222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2"/>
          <p:cNvSpPr/>
          <p:nvPr/>
        </p:nvSpPr>
        <p:spPr>
          <a:xfrm rot="-5400000">
            <a:off x="8217170" y="483705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2"/>
          <p:cNvSpPr/>
          <p:nvPr/>
        </p:nvSpPr>
        <p:spPr>
          <a:xfrm rot="-5400000">
            <a:off x="8217208" y="423242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2"/>
          <p:cNvSpPr/>
          <p:nvPr/>
        </p:nvSpPr>
        <p:spPr>
          <a:xfrm rot="-5400000">
            <a:off x="8217206" y="3627354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2"/>
          <p:cNvSpPr/>
          <p:nvPr/>
        </p:nvSpPr>
        <p:spPr>
          <a:xfrm rot="-5400000">
            <a:off x="8214975" y="302254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2"/>
          <p:cNvSpPr/>
          <p:nvPr/>
        </p:nvSpPr>
        <p:spPr>
          <a:xfrm rot="-5400000">
            <a:off x="8214984" y="120715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2"/>
          <p:cNvSpPr/>
          <p:nvPr/>
        </p:nvSpPr>
        <p:spPr>
          <a:xfrm rot="-5400000">
            <a:off x="8215464" y="60213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2"/>
          <p:cNvSpPr/>
          <p:nvPr/>
        </p:nvSpPr>
        <p:spPr>
          <a:xfrm rot="-5400000">
            <a:off x="8214984" y="-294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2"/>
          <p:cNvSpPr/>
          <p:nvPr/>
        </p:nvSpPr>
        <p:spPr>
          <a:xfrm rot="-5400000">
            <a:off x="5125600" y="-335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2"/>
          <p:cNvSpPr/>
          <p:nvPr/>
        </p:nvSpPr>
        <p:spPr>
          <a:xfrm rot="-5400000">
            <a:off x="4508653" y="-335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2"/>
          <p:cNvSpPr/>
          <p:nvPr/>
        </p:nvSpPr>
        <p:spPr>
          <a:xfrm rot="-5400000">
            <a:off x="8837137" y="2417233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2"/>
          <p:cNvSpPr/>
          <p:nvPr/>
        </p:nvSpPr>
        <p:spPr>
          <a:xfrm rot="-5400000">
            <a:off x="8837137" y="1812197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2"/>
          <p:cNvSpPr/>
          <p:nvPr/>
        </p:nvSpPr>
        <p:spPr>
          <a:xfrm rot="-5400000">
            <a:off x="8837568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2"/>
          <p:cNvSpPr/>
          <p:nvPr/>
        </p:nvSpPr>
        <p:spPr>
          <a:xfrm rot="-5400000">
            <a:off x="8837606" y="4232398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2"/>
          <p:cNvSpPr/>
          <p:nvPr/>
        </p:nvSpPr>
        <p:spPr>
          <a:xfrm rot="-5400000">
            <a:off x="8837603" y="3627328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2"/>
          <p:cNvSpPr/>
          <p:nvPr/>
        </p:nvSpPr>
        <p:spPr>
          <a:xfrm rot="-5400000">
            <a:off x="8835373" y="302251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2"/>
          <p:cNvSpPr/>
          <p:nvPr/>
        </p:nvSpPr>
        <p:spPr>
          <a:xfrm rot="-5400000">
            <a:off x="8835381" y="120713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2"/>
          <p:cNvSpPr/>
          <p:nvPr/>
        </p:nvSpPr>
        <p:spPr>
          <a:xfrm rot="-5400000">
            <a:off x="8835861" y="602108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2"/>
          <p:cNvSpPr/>
          <p:nvPr/>
        </p:nvSpPr>
        <p:spPr>
          <a:xfrm rot="-5400000">
            <a:off x="8835381" y="-297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2"/>
          <p:cNvSpPr txBox="1">
            <a:spLocks noGrp="1"/>
          </p:cNvSpPr>
          <p:nvPr>
            <p:ph type="title"/>
          </p:nvPr>
        </p:nvSpPr>
        <p:spPr>
          <a:xfrm>
            <a:off x="706225" y="2501750"/>
            <a:ext cx="41682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72"/>
          <p:cNvSpPr txBox="1">
            <a:spLocks noGrp="1"/>
          </p:cNvSpPr>
          <p:nvPr>
            <p:ph type="title" idx="2"/>
          </p:nvPr>
        </p:nvSpPr>
        <p:spPr>
          <a:xfrm>
            <a:off x="706225" y="1514800"/>
            <a:ext cx="27555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7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72"/>
          <p:cNvSpPr txBox="1">
            <a:spLocks noGrp="1"/>
          </p:cNvSpPr>
          <p:nvPr>
            <p:ph type="subTitle" idx="1"/>
          </p:nvPr>
        </p:nvSpPr>
        <p:spPr>
          <a:xfrm>
            <a:off x="717500" y="3488750"/>
            <a:ext cx="2707800" cy="7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3"/>
          <p:cNvSpPr/>
          <p:nvPr/>
        </p:nvSpPr>
        <p:spPr>
          <a:xfrm>
            <a:off x="2358952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3"/>
          <p:cNvSpPr/>
          <p:nvPr/>
        </p:nvSpPr>
        <p:spPr>
          <a:xfrm>
            <a:off x="2948667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3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3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3"/>
          <p:cNvSpPr/>
          <p:nvPr/>
        </p:nvSpPr>
        <p:spPr>
          <a:xfrm>
            <a:off x="59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3"/>
          <p:cNvSpPr/>
          <p:nvPr/>
        </p:nvSpPr>
        <p:spPr>
          <a:xfrm>
            <a:off x="58977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3"/>
          <p:cNvSpPr/>
          <p:nvPr/>
        </p:nvSpPr>
        <p:spPr>
          <a:xfrm>
            <a:off x="1769205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3"/>
          <p:cNvSpPr/>
          <p:nvPr/>
        </p:nvSpPr>
        <p:spPr>
          <a:xfrm>
            <a:off x="3538382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3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3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3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3"/>
          <p:cNvSpPr/>
          <p:nvPr/>
        </p:nvSpPr>
        <p:spPr>
          <a:xfrm>
            <a:off x="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3"/>
          <p:cNvSpPr/>
          <p:nvPr/>
        </p:nvSpPr>
        <p:spPr>
          <a:xfrm>
            <a:off x="590219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3"/>
          <p:cNvSpPr/>
          <p:nvPr/>
        </p:nvSpPr>
        <p:spPr>
          <a:xfrm>
            <a:off x="1179981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3"/>
          <p:cNvSpPr/>
          <p:nvPr/>
        </p:nvSpPr>
        <p:spPr>
          <a:xfrm>
            <a:off x="1768979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3"/>
          <p:cNvSpPr/>
          <p:nvPr/>
        </p:nvSpPr>
        <p:spPr>
          <a:xfrm>
            <a:off x="353839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3"/>
          <p:cNvSpPr/>
          <p:nvPr/>
        </p:nvSpPr>
        <p:spPr>
          <a:xfrm>
            <a:off x="412858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3"/>
          <p:cNvSpPr/>
          <p:nvPr/>
        </p:nvSpPr>
        <p:spPr>
          <a:xfrm>
            <a:off x="471785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3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3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3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3"/>
          <p:cNvSpPr/>
          <p:nvPr/>
        </p:nvSpPr>
        <p:spPr>
          <a:xfrm>
            <a:off x="4128102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3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3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3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3"/>
          <p:cNvSpPr/>
          <p:nvPr/>
        </p:nvSpPr>
        <p:spPr>
          <a:xfrm>
            <a:off x="5307596" y="36379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3"/>
          <p:cNvSpPr/>
          <p:nvPr/>
        </p:nvSpPr>
        <p:spPr>
          <a:xfrm>
            <a:off x="59" y="3636224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3"/>
          <p:cNvSpPr/>
          <p:nvPr/>
        </p:nvSpPr>
        <p:spPr>
          <a:xfrm>
            <a:off x="8848624" y="363770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3"/>
          <p:cNvSpPr txBox="1">
            <a:spLocks noGrp="1"/>
          </p:cNvSpPr>
          <p:nvPr>
            <p:ph type="title"/>
          </p:nvPr>
        </p:nvSpPr>
        <p:spPr>
          <a:xfrm>
            <a:off x="1108900" y="1540450"/>
            <a:ext cx="35520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0" name="Google Shape;250;p73"/>
          <p:cNvSpPr txBox="1">
            <a:spLocks noGrp="1"/>
          </p:cNvSpPr>
          <p:nvPr>
            <p:ph type="body" idx="1"/>
          </p:nvPr>
        </p:nvSpPr>
        <p:spPr>
          <a:xfrm>
            <a:off x="1108875" y="2435000"/>
            <a:ext cx="4084200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 b="0"/>
            </a:lvl1pPr>
            <a:lvl2pPr marL="914400" lvl="1" indent="-330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E_COLUMN_TEXT_1_1_1_1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4"/>
          <p:cNvSpPr/>
          <p:nvPr/>
        </p:nvSpPr>
        <p:spPr>
          <a:xfrm flipH="1">
            <a:off x="6489629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4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4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4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4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4"/>
          <p:cNvSpPr/>
          <p:nvPr/>
        </p:nvSpPr>
        <p:spPr>
          <a:xfrm flipH="1">
            <a:off x="29513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4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4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4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4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4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4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4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4"/>
          <p:cNvSpPr/>
          <p:nvPr/>
        </p:nvSpPr>
        <p:spPr>
          <a:xfrm flipH="1">
            <a:off x="3541462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4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4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4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4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_AND_TWO_COLUMNS_3_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5"/>
          <p:cNvSpPr/>
          <p:nvPr/>
        </p:nvSpPr>
        <p:spPr>
          <a:xfrm rot="10800000" flipH="1">
            <a:off x="8257067" y="17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5"/>
          <p:cNvSpPr/>
          <p:nvPr/>
        </p:nvSpPr>
        <p:spPr>
          <a:xfrm rot="10800000" flipH="1">
            <a:off x="59" y="604097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5"/>
          <p:cNvSpPr/>
          <p:nvPr/>
        </p:nvSpPr>
        <p:spPr>
          <a:xfrm rot="10800000" flipH="1">
            <a:off x="589775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5"/>
          <p:cNvSpPr/>
          <p:nvPr/>
        </p:nvSpPr>
        <p:spPr>
          <a:xfrm rot="10800000" flipH="1">
            <a:off x="8846824" y="6042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5"/>
          <p:cNvSpPr/>
          <p:nvPr/>
        </p:nvSpPr>
        <p:spPr>
          <a:xfrm rot="10800000" flipH="1">
            <a:off x="0" y="106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5"/>
          <p:cNvSpPr/>
          <p:nvPr/>
        </p:nvSpPr>
        <p:spPr>
          <a:xfrm rot="10800000" flipH="1">
            <a:off x="590219" y="19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5"/>
          <p:cNvSpPr/>
          <p:nvPr/>
        </p:nvSpPr>
        <p:spPr>
          <a:xfrm rot="10800000" flipH="1">
            <a:off x="1179981" y="1938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5"/>
          <p:cNvSpPr/>
          <p:nvPr/>
        </p:nvSpPr>
        <p:spPr>
          <a:xfrm rot="10800000" flipH="1">
            <a:off x="1768979" y="361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5"/>
          <p:cNvSpPr/>
          <p:nvPr/>
        </p:nvSpPr>
        <p:spPr>
          <a:xfrm rot="10800000" flipH="1">
            <a:off x="7076736" y="-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5"/>
          <p:cNvSpPr/>
          <p:nvPr/>
        </p:nvSpPr>
        <p:spPr>
          <a:xfrm rot="10800000" flipH="1">
            <a:off x="7666448" y="36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5"/>
          <p:cNvSpPr/>
          <p:nvPr/>
        </p:nvSpPr>
        <p:spPr>
          <a:xfrm rot="10800000" flipH="1">
            <a:off x="8257099" y="6038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5"/>
          <p:cNvSpPr/>
          <p:nvPr/>
        </p:nvSpPr>
        <p:spPr>
          <a:xfrm rot="10800000" flipH="1">
            <a:off x="8848630" y="212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5"/>
          <p:cNvSpPr txBox="1">
            <a:spLocks noGrp="1"/>
          </p:cNvSpPr>
          <p:nvPr>
            <p:ph type="subTitle" idx="1"/>
          </p:nvPr>
        </p:nvSpPr>
        <p:spPr>
          <a:xfrm>
            <a:off x="6187303" y="3331100"/>
            <a:ext cx="189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270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84" name="Google Shape;284;p75"/>
          <p:cNvSpPr txBox="1">
            <a:spLocks noGrp="1"/>
          </p:cNvSpPr>
          <p:nvPr>
            <p:ph type="subTitle" idx="2"/>
          </p:nvPr>
        </p:nvSpPr>
        <p:spPr>
          <a:xfrm>
            <a:off x="3622500" y="3331100"/>
            <a:ext cx="189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270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85" name="Google Shape;285;p75"/>
          <p:cNvSpPr txBox="1">
            <a:spLocks noGrp="1"/>
          </p:cNvSpPr>
          <p:nvPr>
            <p:ph type="subTitle" idx="3"/>
          </p:nvPr>
        </p:nvSpPr>
        <p:spPr>
          <a:xfrm>
            <a:off x="1057697" y="3331100"/>
            <a:ext cx="189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5270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86" name="Google Shape;286;p75"/>
          <p:cNvSpPr txBox="1">
            <a:spLocks noGrp="1"/>
          </p:cNvSpPr>
          <p:nvPr>
            <p:ph type="subTitle" idx="4"/>
          </p:nvPr>
        </p:nvSpPr>
        <p:spPr>
          <a:xfrm>
            <a:off x="1057697" y="2949800"/>
            <a:ext cx="1899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87" name="Google Shape;287;p75"/>
          <p:cNvSpPr txBox="1">
            <a:spLocks noGrp="1"/>
          </p:cNvSpPr>
          <p:nvPr>
            <p:ph type="subTitle" idx="5"/>
          </p:nvPr>
        </p:nvSpPr>
        <p:spPr>
          <a:xfrm>
            <a:off x="3622500" y="2949850"/>
            <a:ext cx="1899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88" name="Google Shape;288;p75"/>
          <p:cNvSpPr txBox="1">
            <a:spLocks noGrp="1"/>
          </p:cNvSpPr>
          <p:nvPr>
            <p:ph type="subTitle" idx="6"/>
          </p:nvPr>
        </p:nvSpPr>
        <p:spPr>
          <a:xfrm>
            <a:off x="6187303" y="2949850"/>
            <a:ext cx="1899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89" name="Google Shape;289;p75"/>
          <p:cNvSpPr/>
          <p:nvPr/>
        </p:nvSpPr>
        <p:spPr>
          <a:xfrm rot="10800000" flipH="1">
            <a:off x="8847312" y="12064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5"/>
          <p:cNvSpPr/>
          <p:nvPr/>
        </p:nvSpPr>
        <p:spPr>
          <a:xfrm rot="10800000" flipH="1">
            <a:off x="589737" y="1207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5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6"/>
          <p:cNvSpPr/>
          <p:nvPr/>
        </p:nvSpPr>
        <p:spPr>
          <a:xfrm rot="5400000">
            <a:off x="2480121" y="2417290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6"/>
          <p:cNvSpPr/>
          <p:nvPr/>
        </p:nvSpPr>
        <p:spPr>
          <a:xfrm rot="5400000">
            <a:off x="2480121" y="3022327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6"/>
          <p:cNvSpPr/>
          <p:nvPr/>
        </p:nvSpPr>
        <p:spPr>
          <a:xfrm rot="5400000">
            <a:off x="3098404" y="-3343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6"/>
          <p:cNvSpPr/>
          <p:nvPr/>
        </p:nvSpPr>
        <p:spPr>
          <a:xfrm rot="5400000">
            <a:off x="3098388" y="60170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6"/>
          <p:cNvSpPr/>
          <p:nvPr/>
        </p:nvSpPr>
        <p:spPr>
          <a:xfrm rot="5400000">
            <a:off x="3098388" y="1811782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6"/>
          <p:cNvSpPr/>
          <p:nvPr/>
        </p:nvSpPr>
        <p:spPr>
          <a:xfrm rot="5400000">
            <a:off x="3098388" y="362692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6"/>
          <p:cNvSpPr/>
          <p:nvPr/>
        </p:nvSpPr>
        <p:spPr>
          <a:xfrm rot="5400000">
            <a:off x="3098388" y="483702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6"/>
          <p:cNvSpPr/>
          <p:nvPr/>
        </p:nvSpPr>
        <p:spPr>
          <a:xfrm rot="5400000">
            <a:off x="3716671" y="-2904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6"/>
          <p:cNvSpPr/>
          <p:nvPr/>
        </p:nvSpPr>
        <p:spPr>
          <a:xfrm rot="5400000">
            <a:off x="4335401" y="602110"/>
            <a:ext cx="302065" cy="309859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6"/>
          <p:cNvSpPr/>
          <p:nvPr/>
        </p:nvSpPr>
        <p:spPr>
          <a:xfrm rot="5400000">
            <a:off x="3717147" y="602577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6"/>
          <p:cNvSpPr/>
          <p:nvPr/>
        </p:nvSpPr>
        <p:spPr>
          <a:xfrm rot="5400000">
            <a:off x="2479690" y="-338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6"/>
          <p:cNvSpPr/>
          <p:nvPr/>
        </p:nvSpPr>
        <p:spPr>
          <a:xfrm rot="5400000">
            <a:off x="2480639" y="602096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6"/>
          <p:cNvSpPr/>
          <p:nvPr/>
        </p:nvSpPr>
        <p:spPr>
          <a:xfrm rot="5400000">
            <a:off x="2480641" y="1207195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6"/>
          <p:cNvSpPr/>
          <p:nvPr/>
        </p:nvSpPr>
        <p:spPr>
          <a:xfrm rot="5400000">
            <a:off x="2481884" y="181197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6"/>
          <p:cNvSpPr/>
          <p:nvPr/>
        </p:nvSpPr>
        <p:spPr>
          <a:xfrm rot="5400000">
            <a:off x="3098392" y="241726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6"/>
          <p:cNvSpPr/>
          <p:nvPr/>
        </p:nvSpPr>
        <p:spPr>
          <a:xfrm rot="5400000">
            <a:off x="2481876" y="362736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6"/>
          <p:cNvSpPr/>
          <p:nvPr/>
        </p:nvSpPr>
        <p:spPr>
          <a:xfrm rot="5400000">
            <a:off x="2482383" y="4232387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6"/>
          <p:cNvSpPr/>
          <p:nvPr/>
        </p:nvSpPr>
        <p:spPr>
          <a:xfrm rot="5400000">
            <a:off x="2481876" y="483746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6"/>
          <p:cNvSpPr/>
          <p:nvPr/>
        </p:nvSpPr>
        <p:spPr>
          <a:xfrm rot="5400000">
            <a:off x="3098334" y="4231965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6"/>
          <p:cNvSpPr/>
          <p:nvPr/>
        </p:nvSpPr>
        <p:spPr>
          <a:xfrm rot="5400000">
            <a:off x="3714909" y="181197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6"/>
          <p:cNvSpPr/>
          <p:nvPr/>
        </p:nvSpPr>
        <p:spPr>
          <a:xfrm rot="5400000">
            <a:off x="3714909" y="362569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6"/>
          <p:cNvSpPr/>
          <p:nvPr/>
        </p:nvSpPr>
        <p:spPr>
          <a:xfrm rot="5400000">
            <a:off x="1861482" y="2417303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6"/>
          <p:cNvSpPr/>
          <p:nvPr/>
        </p:nvSpPr>
        <p:spPr>
          <a:xfrm rot="5400000">
            <a:off x="1861482" y="3022340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6"/>
          <p:cNvSpPr/>
          <p:nvPr/>
        </p:nvSpPr>
        <p:spPr>
          <a:xfrm rot="5400000">
            <a:off x="1861051" y="-337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6"/>
          <p:cNvSpPr/>
          <p:nvPr/>
        </p:nvSpPr>
        <p:spPr>
          <a:xfrm rot="5400000">
            <a:off x="1862000" y="602109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76"/>
          <p:cNvSpPr/>
          <p:nvPr/>
        </p:nvSpPr>
        <p:spPr>
          <a:xfrm rot="5400000">
            <a:off x="1862003" y="1207208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6"/>
          <p:cNvSpPr/>
          <p:nvPr/>
        </p:nvSpPr>
        <p:spPr>
          <a:xfrm rot="5400000">
            <a:off x="1863246" y="181198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6"/>
          <p:cNvSpPr/>
          <p:nvPr/>
        </p:nvSpPr>
        <p:spPr>
          <a:xfrm rot="5400000">
            <a:off x="1863238" y="362737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6"/>
          <p:cNvSpPr/>
          <p:nvPr/>
        </p:nvSpPr>
        <p:spPr>
          <a:xfrm rot="5400000">
            <a:off x="1863745" y="423240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6"/>
          <p:cNvSpPr/>
          <p:nvPr/>
        </p:nvSpPr>
        <p:spPr>
          <a:xfrm rot="5400000">
            <a:off x="1863238" y="4837480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76"/>
          <p:cNvSpPr/>
          <p:nvPr/>
        </p:nvSpPr>
        <p:spPr>
          <a:xfrm rot="5400000">
            <a:off x="1242844" y="2417303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6"/>
          <p:cNvSpPr/>
          <p:nvPr/>
        </p:nvSpPr>
        <p:spPr>
          <a:xfrm rot="5400000">
            <a:off x="1242844" y="3022340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6"/>
          <p:cNvSpPr/>
          <p:nvPr/>
        </p:nvSpPr>
        <p:spPr>
          <a:xfrm rot="5400000">
            <a:off x="1242413" y="-337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6"/>
          <p:cNvSpPr/>
          <p:nvPr/>
        </p:nvSpPr>
        <p:spPr>
          <a:xfrm rot="5400000">
            <a:off x="1243362" y="602109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76"/>
          <p:cNvSpPr/>
          <p:nvPr/>
        </p:nvSpPr>
        <p:spPr>
          <a:xfrm rot="5400000">
            <a:off x="1243365" y="1207208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6"/>
          <p:cNvSpPr/>
          <p:nvPr/>
        </p:nvSpPr>
        <p:spPr>
          <a:xfrm rot="5400000">
            <a:off x="1244607" y="181198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6"/>
          <p:cNvSpPr/>
          <p:nvPr/>
        </p:nvSpPr>
        <p:spPr>
          <a:xfrm rot="5400000">
            <a:off x="1244599" y="362737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6"/>
          <p:cNvSpPr/>
          <p:nvPr/>
        </p:nvSpPr>
        <p:spPr>
          <a:xfrm rot="5400000">
            <a:off x="1245106" y="423240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76"/>
          <p:cNvSpPr/>
          <p:nvPr/>
        </p:nvSpPr>
        <p:spPr>
          <a:xfrm rot="5400000">
            <a:off x="1244599" y="4837480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6"/>
          <p:cNvSpPr/>
          <p:nvPr/>
        </p:nvSpPr>
        <p:spPr>
          <a:xfrm rot="5400000">
            <a:off x="624205" y="2417290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6"/>
          <p:cNvSpPr/>
          <p:nvPr/>
        </p:nvSpPr>
        <p:spPr>
          <a:xfrm rot="5400000">
            <a:off x="624205" y="3022327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6"/>
          <p:cNvSpPr/>
          <p:nvPr/>
        </p:nvSpPr>
        <p:spPr>
          <a:xfrm rot="5400000">
            <a:off x="623774" y="-338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6"/>
          <p:cNvSpPr/>
          <p:nvPr/>
        </p:nvSpPr>
        <p:spPr>
          <a:xfrm rot="5400000">
            <a:off x="624724" y="602096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6"/>
          <p:cNvSpPr/>
          <p:nvPr/>
        </p:nvSpPr>
        <p:spPr>
          <a:xfrm rot="5400000">
            <a:off x="624726" y="1207195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6"/>
          <p:cNvSpPr/>
          <p:nvPr/>
        </p:nvSpPr>
        <p:spPr>
          <a:xfrm rot="5400000">
            <a:off x="625969" y="181197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6"/>
          <p:cNvSpPr/>
          <p:nvPr/>
        </p:nvSpPr>
        <p:spPr>
          <a:xfrm rot="5400000">
            <a:off x="625961" y="362736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6"/>
          <p:cNvSpPr/>
          <p:nvPr/>
        </p:nvSpPr>
        <p:spPr>
          <a:xfrm rot="5400000">
            <a:off x="626468" y="4232387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6"/>
          <p:cNvSpPr/>
          <p:nvPr/>
        </p:nvSpPr>
        <p:spPr>
          <a:xfrm rot="5400000">
            <a:off x="625961" y="483746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6"/>
          <p:cNvSpPr/>
          <p:nvPr/>
        </p:nvSpPr>
        <p:spPr>
          <a:xfrm rot="5400000">
            <a:off x="3715333" y="483702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6"/>
          <p:cNvSpPr/>
          <p:nvPr/>
        </p:nvSpPr>
        <p:spPr>
          <a:xfrm rot="5400000">
            <a:off x="4332279" y="483702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6"/>
          <p:cNvSpPr/>
          <p:nvPr/>
        </p:nvSpPr>
        <p:spPr>
          <a:xfrm rot="5400000">
            <a:off x="3810" y="2417316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6"/>
          <p:cNvSpPr/>
          <p:nvPr/>
        </p:nvSpPr>
        <p:spPr>
          <a:xfrm rot="5400000">
            <a:off x="3810" y="3022352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6"/>
          <p:cNvSpPr/>
          <p:nvPr/>
        </p:nvSpPr>
        <p:spPr>
          <a:xfrm rot="5400000">
            <a:off x="3379" y="-336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76"/>
          <p:cNvSpPr/>
          <p:nvPr/>
        </p:nvSpPr>
        <p:spPr>
          <a:xfrm rot="5400000">
            <a:off x="4328" y="602122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6"/>
          <p:cNvSpPr/>
          <p:nvPr/>
        </p:nvSpPr>
        <p:spPr>
          <a:xfrm rot="5400000">
            <a:off x="4331" y="1207221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6"/>
          <p:cNvSpPr/>
          <p:nvPr/>
        </p:nvSpPr>
        <p:spPr>
          <a:xfrm rot="5400000">
            <a:off x="5574" y="181200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76"/>
          <p:cNvSpPr/>
          <p:nvPr/>
        </p:nvSpPr>
        <p:spPr>
          <a:xfrm rot="5400000">
            <a:off x="5565" y="362738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6"/>
          <p:cNvSpPr/>
          <p:nvPr/>
        </p:nvSpPr>
        <p:spPr>
          <a:xfrm rot="5400000">
            <a:off x="6072" y="4232412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6"/>
          <p:cNvSpPr/>
          <p:nvPr/>
        </p:nvSpPr>
        <p:spPr>
          <a:xfrm rot="5400000">
            <a:off x="5565" y="483749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6"/>
          <p:cNvSpPr/>
          <p:nvPr/>
        </p:nvSpPr>
        <p:spPr>
          <a:xfrm rot="5400000">
            <a:off x="4949224" y="483706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6"/>
          <p:cNvSpPr txBox="1">
            <a:spLocks noGrp="1"/>
          </p:cNvSpPr>
          <p:nvPr>
            <p:ph type="title"/>
          </p:nvPr>
        </p:nvSpPr>
        <p:spPr>
          <a:xfrm>
            <a:off x="5022775" y="2487975"/>
            <a:ext cx="34038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4" name="Google Shape;354;p76"/>
          <p:cNvSpPr txBox="1">
            <a:spLocks noGrp="1"/>
          </p:cNvSpPr>
          <p:nvPr>
            <p:ph type="title" idx="2"/>
          </p:nvPr>
        </p:nvSpPr>
        <p:spPr>
          <a:xfrm>
            <a:off x="5671075" y="1501025"/>
            <a:ext cx="27555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7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76"/>
          <p:cNvSpPr txBox="1">
            <a:spLocks noGrp="1"/>
          </p:cNvSpPr>
          <p:nvPr>
            <p:ph type="subTitle" idx="1"/>
          </p:nvPr>
        </p:nvSpPr>
        <p:spPr>
          <a:xfrm>
            <a:off x="5718775" y="3474975"/>
            <a:ext cx="2707800" cy="7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ONE_COLUMN_TEXT_1_1_2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7"/>
          <p:cNvSpPr/>
          <p:nvPr/>
        </p:nvSpPr>
        <p:spPr>
          <a:xfrm flipH="1">
            <a:off x="8848650" y="3026311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77"/>
          <p:cNvSpPr/>
          <p:nvPr/>
        </p:nvSpPr>
        <p:spPr>
          <a:xfrm flipH="1">
            <a:off x="8258903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7"/>
          <p:cNvSpPr/>
          <p:nvPr/>
        </p:nvSpPr>
        <p:spPr>
          <a:xfrm flipH="1">
            <a:off x="7669188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7"/>
          <p:cNvSpPr/>
          <p:nvPr/>
        </p:nvSpPr>
        <p:spPr>
          <a:xfrm flipH="1">
            <a:off x="8848650" y="242412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7"/>
          <p:cNvSpPr/>
          <p:nvPr/>
        </p:nvSpPr>
        <p:spPr>
          <a:xfrm flipH="1">
            <a:off x="8848103" y="362934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7"/>
          <p:cNvSpPr/>
          <p:nvPr/>
        </p:nvSpPr>
        <p:spPr>
          <a:xfrm flipH="1">
            <a:off x="8258846" y="362931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77"/>
          <p:cNvSpPr/>
          <p:nvPr/>
        </p:nvSpPr>
        <p:spPr>
          <a:xfrm flipH="1">
            <a:off x="7669084" y="362932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7"/>
          <p:cNvSpPr/>
          <p:nvPr/>
        </p:nvSpPr>
        <p:spPr>
          <a:xfrm flipH="1">
            <a:off x="8847991" y="423236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7"/>
          <p:cNvSpPr/>
          <p:nvPr/>
        </p:nvSpPr>
        <p:spPr>
          <a:xfrm flipH="1">
            <a:off x="8258733" y="423233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7"/>
          <p:cNvSpPr/>
          <p:nvPr/>
        </p:nvSpPr>
        <p:spPr>
          <a:xfrm flipH="1">
            <a:off x="7668397" y="4232351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7"/>
          <p:cNvSpPr/>
          <p:nvPr/>
        </p:nvSpPr>
        <p:spPr>
          <a:xfrm flipH="1">
            <a:off x="8847991" y="483539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7"/>
          <p:cNvSpPr/>
          <p:nvPr/>
        </p:nvSpPr>
        <p:spPr>
          <a:xfrm flipH="1">
            <a:off x="8258733" y="483536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7"/>
          <p:cNvSpPr/>
          <p:nvPr/>
        </p:nvSpPr>
        <p:spPr>
          <a:xfrm flipH="1">
            <a:off x="7668972" y="483537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7"/>
          <p:cNvSpPr/>
          <p:nvPr/>
        </p:nvSpPr>
        <p:spPr>
          <a:xfrm flipH="1">
            <a:off x="590578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7"/>
          <p:cNvSpPr/>
          <p:nvPr/>
        </p:nvSpPr>
        <p:spPr>
          <a:xfrm flipH="1">
            <a:off x="863" y="302631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77"/>
          <p:cNvSpPr/>
          <p:nvPr/>
        </p:nvSpPr>
        <p:spPr>
          <a:xfrm flipH="1">
            <a:off x="125" y="2424126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7"/>
          <p:cNvSpPr/>
          <p:nvPr/>
        </p:nvSpPr>
        <p:spPr>
          <a:xfrm flipH="1">
            <a:off x="1179778" y="362934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7"/>
          <p:cNvSpPr/>
          <p:nvPr/>
        </p:nvSpPr>
        <p:spPr>
          <a:xfrm flipH="1">
            <a:off x="590521" y="362931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77"/>
          <p:cNvSpPr/>
          <p:nvPr/>
        </p:nvSpPr>
        <p:spPr>
          <a:xfrm flipH="1">
            <a:off x="759" y="362932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3792C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77"/>
          <p:cNvSpPr/>
          <p:nvPr/>
        </p:nvSpPr>
        <p:spPr>
          <a:xfrm flipH="1">
            <a:off x="1179666" y="423236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7"/>
          <p:cNvSpPr/>
          <p:nvPr/>
        </p:nvSpPr>
        <p:spPr>
          <a:xfrm flipH="1">
            <a:off x="590408" y="423233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7"/>
          <p:cNvSpPr/>
          <p:nvPr/>
        </p:nvSpPr>
        <p:spPr>
          <a:xfrm flipH="1">
            <a:off x="72" y="4232351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7"/>
          <p:cNvSpPr/>
          <p:nvPr/>
        </p:nvSpPr>
        <p:spPr>
          <a:xfrm flipH="1">
            <a:off x="1179666" y="483539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7"/>
          <p:cNvSpPr/>
          <p:nvPr/>
        </p:nvSpPr>
        <p:spPr>
          <a:xfrm flipH="1">
            <a:off x="590408" y="483536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77"/>
          <p:cNvSpPr/>
          <p:nvPr/>
        </p:nvSpPr>
        <p:spPr>
          <a:xfrm flipH="1">
            <a:off x="647" y="483537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77"/>
          <p:cNvSpPr txBox="1">
            <a:spLocks noGrp="1"/>
          </p:cNvSpPr>
          <p:nvPr>
            <p:ph type="subTitle" idx="1"/>
          </p:nvPr>
        </p:nvSpPr>
        <p:spPr>
          <a:xfrm>
            <a:off x="2636825" y="3379150"/>
            <a:ext cx="38703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3" name="Google Shape;383;p77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1">
  <p:cSld name="ONE_COLUMN_TEXT_1_1_1_1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8"/>
          <p:cNvSpPr/>
          <p:nvPr/>
        </p:nvSpPr>
        <p:spPr>
          <a:xfrm rot="10800000">
            <a:off x="591538" y="17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78"/>
          <p:cNvSpPr/>
          <p:nvPr/>
        </p:nvSpPr>
        <p:spPr>
          <a:xfrm rot="10800000">
            <a:off x="8848577" y="604097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78"/>
          <p:cNvSpPr/>
          <p:nvPr/>
        </p:nvSpPr>
        <p:spPr>
          <a:xfrm rot="10800000">
            <a:off x="8258831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78"/>
          <p:cNvSpPr/>
          <p:nvPr/>
        </p:nvSpPr>
        <p:spPr>
          <a:xfrm rot="10800000">
            <a:off x="7669115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8"/>
          <p:cNvSpPr/>
          <p:nvPr/>
        </p:nvSpPr>
        <p:spPr>
          <a:xfrm rot="10800000">
            <a:off x="1781" y="6042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8"/>
          <p:cNvSpPr/>
          <p:nvPr/>
        </p:nvSpPr>
        <p:spPr>
          <a:xfrm rot="10800000">
            <a:off x="8258880" y="12071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8"/>
          <p:cNvSpPr/>
          <p:nvPr/>
        </p:nvSpPr>
        <p:spPr>
          <a:xfrm rot="10800000">
            <a:off x="8848605" y="106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78"/>
          <p:cNvSpPr/>
          <p:nvPr/>
        </p:nvSpPr>
        <p:spPr>
          <a:xfrm rot="10800000">
            <a:off x="8259348" y="19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78"/>
          <p:cNvSpPr/>
          <p:nvPr/>
        </p:nvSpPr>
        <p:spPr>
          <a:xfrm rot="10800000">
            <a:off x="7669587" y="1938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8"/>
          <p:cNvSpPr/>
          <p:nvPr/>
        </p:nvSpPr>
        <p:spPr>
          <a:xfrm rot="10800000">
            <a:off x="7079626" y="361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8"/>
          <p:cNvSpPr/>
          <p:nvPr/>
        </p:nvSpPr>
        <p:spPr>
          <a:xfrm rot="10800000">
            <a:off x="1771869" y="-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8"/>
          <p:cNvSpPr/>
          <p:nvPr/>
        </p:nvSpPr>
        <p:spPr>
          <a:xfrm rot="10800000">
            <a:off x="1182166" y="6059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8"/>
          <p:cNvSpPr/>
          <p:nvPr/>
        </p:nvSpPr>
        <p:spPr>
          <a:xfrm rot="10800000">
            <a:off x="1183089" y="36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8"/>
          <p:cNvSpPr/>
          <p:nvPr/>
        </p:nvSpPr>
        <p:spPr>
          <a:xfrm rot="10800000">
            <a:off x="592468" y="6038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8"/>
          <p:cNvSpPr/>
          <p:nvPr/>
        </p:nvSpPr>
        <p:spPr>
          <a:xfrm rot="10800000">
            <a:off x="-25" y="212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8"/>
          <p:cNvSpPr/>
          <p:nvPr/>
        </p:nvSpPr>
        <p:spPr>
          <a:xfrm rot="10800000">
            <a:off x="775" y="120691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78"/>
          <p:cNvSpPr/>
          <p:nvPr/>
        </p:nvSpPr>
        <p:spPr>
          <a:xfrm rot="10800000">
            <a:off x="592018" y="1206911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8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ONE_COLUMN_TEXT_1_1_1_1_1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9"/>
          <p:cNvSpPr/>
          <p:nvPr/>
        </p:nvSpPr>
        <p:spPr>
          <a:xfrm rot="5400000" flipH="1">
            <a:off x="3815" y="2417251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79"/>
          <p:cNvSpPr/>
          <p:nvPr/>
        </p:nvSpPr>
        <p:spPr>
          <a:xfrm rot="5400000" flipH="1">
            <a:off x="3815" y="1812214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9"/>
          <p:cNvSpPr/>
          <p:nvPr/>
        </p:nvSpPr>
        <p:spPr>
          <a:xfrm rot="5400000" flipH="1">
            <a:off x="622100" y="4837006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79"/>
          <p:cNvSpPr/>
          <p:nvPr/>
        </p:nvSpPr>
        <p:spPr>
          <a:xfrm rot="5400000" flipH="1">
            <a:off x="622084" y="423195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9"/>
          <p:cNvSpPr/>
          <p:nvPr/>
        </p:nvSpPr>
        <p:spPr>
          <a:xfrm rot="5400000" flipH="1">
            <a:off x="622084" y="362691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9"/>
          <p:cNvSpPr/>
          <p:nvPr/>
        </p:nvSpPr>
        <p:spPr>
          <a:xfrm rot="5400000" flipH="1">
            <a:off x="622084" y="302188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9"/>
          <p:cNvSpPr/>
          <p:nvPr/>
        </p:nvSpPr>
        <p:spPr>
          <a:xfrm rot="5400000" flipH="1">
            <a:off x="1240369" y="4837445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9"/>
          <p:cNvSpPr/>
          <p:nvPr/>
        </p:nvSpPr>
        <p:spPr>
          <a:xfrm rot="5400000" flipH="1">
            <a:off x="1858623" y="4836991"/>
            <a:ext cx="303021" cy="309859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79"/>
          <p:cNvSpPr/>
          <p:nvPr/>
        </p:nvSpPr>
        <p:spPr>
          <a:xfrm rot="5400000" flipH="1">
            <a:off x="2476878" y="4837445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9"/>
          <p:cNvSpPr/>
          <p:nvPr/>
        </p:nvSpPr>
        <p:spPr>
          <a:xfrm rot="5400000" flipH="1">
            <a:off x="1859101" y="4231523"/>
            <a:ext cx="302065" cy="309859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79"/>
          <p:cNvSpPr/>
          <p:nvPr/>
        </p:nvSpPr>
        <p:spPr>
          <a:xfrm rot="5400000" flipH="1">
            <a:off x="1240845" y="4231935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9"/>
          <p:cNvSpPr/>
          <p:nvPr/>
        </p:nvSpPr>
        <p:spPr>
          <a:xfrm rot="5400000" flipH="1">
            <a:off x="3384" y="4837051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9"/>
          <p:cNvSpPr/>
          <p:nvPr/>
        </p:nvSpPr>
        <p:spPr>
          <a:xfrm rot="5400000" flipH="1">
            <a:off x="4333" y="4232416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79"/>
          <p:cNvSpPr/>
          <p:nvPr/>
        </p:nvSpPr>
        <p:spPr>
          <a:xfrm rot="5400000" flipH="1">
            <a:off x="4335" y="3627346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79"/>
          <p:cNvSpPr/>
          <p:nvPr/>
        </p:nvSpPr>
        <p:spPr>
          <a:xfrm rot="5400000" flipH="1">
            <a:off x="5578" y="302253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9"/>
          <p:cNvSpPr/>
          <p:nvPr/>
        </p:nvSpPr>
        <p:spPr>
          <a:xfrm rot="5400000" flipH="1">
            <a:off x="5570" y="1207150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79"/>
          <p:cNvSpPr/>
          <p:nvPr/>
        </p:nvSpPr>
        <p:spPr>
          <a:xfrm rot="-5400000">
            <a:off x="8837494" y="302190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79"/>
          <p:cNvSpPr/>
          <p:nvPr/>
        </p:nvSpPr>
        <p:spPr>
          <a:xfrm rot="-5400000">
            <a:off x="8837494" y="120676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79"/>
          <p:cNvSpPr/>
          <p:nvPr/>
        </p:nvSpPr>
        <p:spPr>
          <a:xfrm rot="-5400000">
            <a:off x="8837494" y="-333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79"/>
          <p:cNvSpPr/>
          <p:nvPr/>
        </p:nvSpPr>
        <p:spPr>
          <a:xfrm rot="-5400000">
            <a:off x="8837490" y="241727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9"/>
          <p:cNvSpPr/>
          <p:nvPr/>
        </p:nvSpPr>
        <p:spPr>
          <a:xfrm rot="-5400000">
            <a:off x="8837548" y="60172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79"/>
          <p:cNvSpPr/>
          <p:nvPr/>
        </p:nvSpPr>
        <p:spPr>
          <a:xfrm rot="-5400000">
            <a:off x="8220972" y="1208844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79"/>
          <p:cNvSpPr/>
          <p:nvPr/>
        </p:nvSpPr>
        <p:spPr>
          <a:xfrm rot="-5400000">
            <a:off x="8220549" y="-333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79"/>
          <p:cNvSpPr/>
          <p:nvPr/>
        </p:nvSpPr>
        <p:spPr>
          <a:xfrm rot="-5400000">
            <a:off x="7603603" y="-333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79"/>
          <p:cNvSpPr/>
          <p:nvPr/>
        </p:nvSpPr>
        <p:spPr>
          <a:xfrm rot="-5400000">
            <a:off x="8220973" y="60252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79"/>
          <p:cNvSpPr/>
          <p:nvPr/>
        </p:nvSpPr>
        <p:spPr>
          <a:xfrm rot="-5400000">
            <a:off x="8837490" y="181222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9"/>
          <p:cNvSpPr/>
          <p:nvPr/>
        </p:nvSpPr>
        <p:spPr>
          <a:xfrm rot="-5400000">
            <a:off x="8220977" y="1814704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9"/>
          <p:cNvSpPr/>
          <p:nvPr/>
        </p:nvSpPr>
        <p:spPr>
          <a:xfrm rot="-5400000">
            <a:off x="6986678" y="-333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79"/>
          <p:cNvSpPr/>
          <p:nvPr/>
        </p:nvSpPr>
        <p:spPr>
          <a:xfrm rot="-5400000">
            <a:off x="7604399" y="60173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79"/>
          <p:cNvSpPr/>
          <p:nvPr/>
        </p:nvSpPr>
        <p:spPr>
          <a:xfrm rot="-5400000">
            <a:off x="8220990" y="242057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9"/>
          <p:cNvSpPr/>
          <p:nvPr/>
        </p:nvSpPr>
        <p:spPr>
          <a:xfrm rot="-5400000">
            <a:off x="7604872" y="1207194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79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2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0"/>
          <p:cNvSpPr txBox="1">
            <a:spLocks noGrp="1"/>
          </p:cNvSpPr>
          <p:nvPr>
            <p:ph type="title"/>
          </p:nvPr>
        </p:nvSpPr>
        <p:spPr>
          <a:xfrm>
            <a:off x="889950" y="1407400"/>
            <a:ext cx="4484700" cy="8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8" name="Google Shape;438;p80"/>
          <p:cNvSpPr txBox="1">
            <a:spLocks noGrp="1"/>
          </p:cNvSpPr>
          <p:nvPr>
            <p:ph type="subTitle" idx="1"/>
          </p:nvPr>
        </p:nvSpPr>
        <p:spPr>
          <a:xfrm>
            <a:off x="889950" y="2270875"/>
            <a:ext cx="4045200" cy="2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9" name="Google Shape;439;p80"/>
          <p:cNvSpPr txBox="1">
            <a:spLocks noGrp="1"/>
          </p:cNvSpPr>
          <p:nvPr>
            <p:ph type="body" idx="2"/>
          </p:nvPr>
        </p:nvSpPr>
        <p:spPr>
          <a:xfrm>
            <a:off x="889950" y="2867650"/>
            <a:ext cx="4360200" cy="1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marL="914400" lvl="1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40" name="Google Shape;440;p80"/>
          <p:cNvSpPr/>
          <p:nvPr/>
        </p:nvSpPr>
        <p:spPr>
          <a:xfrm rot="10800000" flipH="1">
            <a:off x="5897255" y="1912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0"/>
          <p:cNvSpPr/>
          <p:nvPr/>
        </p:nvSpPr>
        <p:spPr>
          <a:xfrm rot="10800000" flipH="1">
            <a:off x="8257017" y="17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80"/>
          <p:cNvSpPr/>
          <p:nvPr/>
        </p:nvSpPr>
        <p:spPr>
          <a:xfrm rot="10800000" flipH="1">
            <a:off x="4717834" y="324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80"/>
          <p:cNvSpPr/>
          <p:nvPr/>
        </p:nvSpPr>
        <p:spPr>
          <a:xfrm rot="10800000" flipH="1">
            <a:off x="5897255" y="604097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0"/>
          <p:cNvSpPr/>
          <p:nvPr/>
        </p:nvSpPr>
        <p:spPr>
          <a:xfrm rot="10800000" flipH="1">
            <a:off x="7076686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80"/>
          <p:cNvSpPr/>
          <p:nvPr/>
        </p:nvSpPr>
        <p:spPr>
          <a:xfrm rot="10800000" flipH="1">
            <a:off x="8257017" y="1206927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80"/>
          <p:cNvSpPr/>
          <p:nvPr/>
        </p:nvSpPr>
        <p:spPr>
          <a:xfrm rot="10800000" flipH="1">
            <a:off x="7666240" y="120833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0"/>
          <p:cNvSpPr/>
          <p:nvPr/>
        </p:nvSpPr>
        <p:spPr>
          <a:xfrm rot="10800000" flipH="1">
            <a:off x="8846774" y="6042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80"/>
          <p:cNvSpPr/>
          <p:nvPr/>
        </p:nvSpPr>
        <p:spPr>
          <a:xfrm rot="10800000" flipH="1">
            <a:off x="8846774" y="1809522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80"/>
          <p:cNvSpPr/>
          <p:nvPr/>
        </p:nvSpPr>
        <p:spPr>
          <a:xfrm rot="10800000" flipH="1">
            <a:off x="5308000" y="3622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80"/>
          <p:cNvSpPr/>
          <p:nvPr/>
        </p:nvSpPr>
        <p:spPr>
          <a:xfrm rot="10800000" flipH="1">
            <a:off x="6486964" y="360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80"/>
          <p:cNvSpPr/>
          <p:nvPr/>
        </p:nvSpPr>
        <p:spPr>
          <a:xfrm rot="10800000" flipH="1">
            <a:off x="7076686" y="-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80"/>
          <p:cNvSpPr/>
          <p:nvPr/>
        </p:nvSpPr>
        <p:spPr>
          <a:xfrm rot="10800000" flipH="1">
            <a:off x="7667320" y="6059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0"/>
          <p:cNvSpPr/>
          <p:nvPr/>
        </p:nvSpPr>
        <p:spPr>
          <a:xfrm rot="10800000" flipH="1">
            <a:off x="7666398" y="36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80"/>
          <p:cNvSpPr/>
          <p:nvPr/>
        </p:nvSpPr>
        <p:spPr>
          <a:xfrm rot="10800000" flipH="1">
            <a:off x="8257049" y="6038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0"/>
          <p:cNvSpPr/>
          <p:nvPr/>
        </p:nvSpPr>
        <p:spPr>
          <a:xfrm rot="10800000" flipH="1">
            <a:off x="8848580" y="212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0"/>
          <p:cNvSpPr/>
          <p:nvPr/>
        </p:nvSpPr>
        <p:spPr>
          <a:xfrm rot="10800000" flipH="1">
            <a:off x="8847780" y="120691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80"/>
          <p:cNvSpPr/>
          <p:nvPr/>
        </p:nvSpPr>
        <p:spPr>
          <a:xfrm rot="10800000" flipH="1">
            <a:off x="5897247" y="120714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0"/>
          <p:cNvSpPr/>
          <p:nvPr/>
        </p:nvSpPr>
        <p:spPr>
          <a:xfrm>
            <a:off x="589730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80"/>
          <p:cNvSpPr/>
          <p:nvPr/>
        </p:nvSpPr>
        <p:spPr>
          <a:xfrm>
            <a:off x="825706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80"/>
          <p:cNvSpPr/>
          <p:nvPr/>
        </p:nvSpPr>
        <p:spPr>
          <a:xfrm>
            <a:off x="5307559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80"/>
          <p:cNvSpPr/>
          <p:nvPr/>
        </p:nvSpPr>
        <p:spPr>
          <a:xfrm>
            <a:off x="707673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80"/>
          <p:cNvSpPr/>
          <p:nvPr/>
        </p:nvSpPr>
        <p:spPr>
          <a:xfrm>
            <a:off x="8846824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0"/>
          <p:cNvSpPr/>
          <p:nvPr/>
        </p:nvSpPr>
        <p:spPr>
          <a:xfrm>
            <a:off x="530805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80"/>
          <p:cNvSpPr/>
          <p:nvPr/>
        </p:nvSpPr>
        <p:spPr>
          <a:xfrm>
            <a:off x="648701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0"/>
          <p:cNvSpPr/>
          <p:nvPr/>
        </p:nvSpPr>
        <p:spPr>
          <a:xfrm>
            <a:off x="707673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80"/>
          <p:cNvSpPr/>
          <p:nvPr/>
        </p:nvSpPr>
        <p:spPr>
          <a:xfrm>
            <a:off x="766644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80"/>
          <p:cNvSpPr/>
          <p:nvPr/>
        </p:nvSpPr>
        <p:spPr>
          <a:xfrm>
            <a:off x="8257099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80"/>
          <p:cNvSpPr/>
          <p:nvPr/>
        </p:nvSpPr>
        <p:spPr>
          <a:xfrm>
            <a:off x="884863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80"/>
          <p:cNvSpPr/>
          <p:nvPr/>
        </p:nvSpPr>
        <p:spPr>
          <a:xfrm>
            <a:off x="4717884" y="484376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1"/>
          <p:cNvSpPr/>
          <p:nvPr/>
        </p:nvSpPr>
        <p:spPr>
          <a:xfrm>
            <a:off x="3834542" y="4238486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81"/>
          <p:cNvSpPr/>
          <p:nvPr/>
        </p:nvSpPr>
        <p:spPr>
          <a:xfrm>
            <a:off x="4424257" y="423848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81"/>
          <p:cNvSpPr/>
          <p:nvPr/>
        </p:nvSpPr>
        <p:spPr>
          <a:xfrm>
            <a:off x="5013972" y="423848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81"/>
          <p:cNvSpPr/>
          <p:nvPr/>
        </p:nvSpPr>
        <p:spPr>
          <a:xfrm>
            <a:off x="3834542" y="3636301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1"/>
          <p:cNvSpPr/>
          <p:nvPr/>
        </p:nvSpPr>
        <p:spPr>
          <a:xfrm>
            <a:off x="4425144" y="3033260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81"/>
          <p:cNvSpPr/>
          <p:nvPr/>
        </p:nvSpPr>
        <p:spPr>
          <a:xfrm>
            <a:off x="4425170" y="363628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81"/>
          <p:cNvSpPr/>
          <p:nvPr/>
        </p:nvSpPr>
        <p:spPr>
          <a:xfrm>
            <a:off x="3835058" y="484151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1"/>
          <p:cNvSpPr/>
          <p:nvPr/>
        </p:nvSpPr>
        <p:spPr>
          <a:xfrm>
            <a:off x="4425277" y="484148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81"/>
          <p:cNvSpPr/>
          <p:nvPr/>
        </p:nvSpPr>
        <p:spPr>
          <a:xfrm>
            <a:off x="5015038" y="4841501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81"/>
          <p:cNvSpPr/>
          <p:nvPr/>
        </p:nvSpPr>
        <p:spPr>
          <a:xfrm rot="10800000">
            <a:off x="4427141" y="1809093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81"/>
          <p:cNvSpPr/>
          <p:nvPr/>
        </p:nvSpPr>
        <p:spPr>
          <a:xfrm rot="10800000">
            <a:off x="4424767" y="3033241"/>
            <a:ext cx="294407" cy="302004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rgbClr val="45B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81"/>
          <p:cNvSpPr/>
          <p:nvPr/>
        </p:nvSpPr>
        <p:spPr>
          <a:xfrm rot="10800000">
            <a:off x="5016341" y="1206060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81"/>
          <p:cNvSpPr/>
          <p:nvPr/>
        </p:nvSpPr>
        <p:spPr>
          <a:xfrm rot="10800000">
            <a:off x="4427083" y="120691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296D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1"/>
          <p:cNvSpPr/>
          <p:nvPr/>
        </p:nvSpPr>
        <p:spPr>
          <a:xfrm rot="10800000">
            <a:off x="5016228" y="603035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1"/>
          <p:cNvSpPr/>
          <p:nvPr/>
        </p:nvSpPr>
        <p:spPr>
          <a:xfrm rot="10800000">
            <a:off x="4426971" y="603893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1"/>
          <p:cNvSpPr/>
          <p:nvPr/>
        </p:nvSpPr>
        <p:spPr>
          <a:xfrm rot="10800000">
            <a:off x="3836634" y="60391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81"/>
          <p:cNvSpPr/>
          <p:nvPr/>
        </p:nvSpPr>
        <p:spPr>
          <a:xfrm rot="10800000">
            <a:off x="5016228" y="10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1"/>
          <p:cNvSpPr/>
          <p:nvPr/>
        </p:nvSpPr>
        <p:spPr>
          <a:xfrm rot="10800000">
            <a:off x="4426971" y="86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81"/>
          <p:cNvSpPr/>
          <p:nvPr/>
        </p:nvSpPr>
        <p:spPr>
          <a:xfrm rot="10800000">
            <a:off x="3837209" y="885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1C4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81"/>
          <p:cNvSpPr txBox="1">
            <a:spLocks noGrp="1"/>
          </p:cNvSpPr>
          <p:nvPr>
            <p:ph type="title"/>
          </p:nvPr>
        </p:nvSpPr>
        <p:spPr>
          <a:xfrm>
            <a:off x="716219" y="1785775"/>
            <a:ext cx="3095400" cy="8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1" name="Google Shape;491;p81"/>
          <p:cNvSpPr txBox="1">
            <a:spLocks noGrp="1"/>
          </p:cNvSpPr>
          <p:nvPr>
            <p:ph type="title" idx="2"/>
          </p:nvPr>
        </p:nvSpPr>
        <p:spPr>
          <a:xfrm>
            <a:off x="5341081" y="1785775"/>
            <a:ext cx="3086700" cy="8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9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2" name="Google Shape;492;p81"/>
          <p:cNvSpPr txBox="1">
            <a:spLocks noGrp="1"/>
          </p:cNvSpPr>
          <p:nvPr>
            <p:ph type="subTitle" idx="1"/>
          </p:nvPr>
        </p:nvSpPr>
        <p:spPr>
          <a:xfrm>
            <a:off x="5413531" y="2668925"/>
            <a:ext cx="29418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81"/>
          <p:cNvSpPr txBox="1">
            <a:spLocks noGrp="1"/>
          </p:cNvSpPr>
          <p:nvPr>
            <p:ph type="subTitle" idx="3"/>
          </p:nvPr>
        </p:nvSpPr>
        <p:spPr>
          <a:xfrm>
            <a:off x="793019" y="2668925"/>
            <a:ext cx="29418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2"/>
          <p:cNvSpPr/>
          <p:nvPr/>
        </p:nvSpPr>
        <p:spPr>
          <a:xfrm rot="10800000" flipH="1">
            <a:off x="8257042" y="17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82"/>
          <p:cNvSpPr/>
          <p:nvPr/>
        </p:nvSpPr>
        <p:spPr>
          <a:xfrm rot="10800000" flipH="1">
            <a:off x="34" y="604097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2"/>
          <p:cNvSpPr/>
          <p:nvPr/>
        </p:nvSpPr>
        <p:spPr>
          <a:xfrm rot="10800000" flipH="1">
            <a:off x="589750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82"/>
          <p:cNvSpPr/>
          <p:nvPr/>
        </p:nvSpPr>
        <p:spPr>
          <a:xfrm rot="10800000" flipH="1">
            <a:off x="1179465" y="604097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82"/>
          <p:cNvSpPr/>
          <p:nvPr/>
        </p:nvSpPr>
        <p:spPr>
          <a:xfrm rot="10800000" flipH="1">
            <a:off x="8846799" y="6042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82"/>
          <p:cNvSpPr/>
          <p:nvPr/>
        </p:nvSpPr>
        <p:spPr>
          <a:xfrm rot="10800000" flipH="1">
            <a:off x="590662" y="12071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82"/>
          <p:cNvSpPr/>
          <p:nvPr/>
        </p:nvSpPr>
        <p:spPr>
          <a:xfrm rot="10800000" flipH="1">
            <a:off x="-25" y="106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82"/>
          <p:cNvSpPr/>
          <p:nvPr/>
        </p:nvSpPr>
        <p:spPr>
          <a:xfrm rot="10800000" flipH="1">
            <a:off x="590194" y="1922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82"/>
          <p:cNvSpPr/>
          <p:nvPr/>
        </p:nvSpPr>
        <p:spPr>
          <a:xfrm rot="10800000" flipH="1">
            <a:off x="1179956" y="1938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82"/>
          <p:cNvSpPr/>
          <p:nvPr/>
        </p:nvSpPr>
        <p:spPr>
          <a:xfrm rot="10800000" flipH="1">
            <a:off x="1768954" y="361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82"/>
          <p:cNvSpPr/>
          <p:nvPr/>
        </p:nvSpPr>
        <p:spPr>
          <a:xfrm rot="10800000" flipH="1">
            <a:off x="7076711" y="-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82"/>
          <p:cNvSpPr/>
          <p:nvPr/>
        </p:nvSpPr>
        <p:spPr>
          <a:xfrm rot="10800000" flipH="1">
            <a:off x="7667345" y="605999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82"/>
          <p:cNvSpPr/>
          <p:nvPr/>
        </p:nvSpPr>
        <p:spPr>
          <a:xfrm rot="10800000" flipH="1">
            <a:off x="7666423" y="3678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82"/>
          <p:cNvSpPr/>
          <p:nvPr/>
        </p:nvSpPr>
        <p:spPr>
          <a:xfrm rot="10800000" flipH="1">
            <a:off x="8257074" y="60388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82"/>
          <p:cNvSpPr/>
          <p:nvPr/>
        </p:nvSpPr>
        <p:spPr>
          <a:xfrm rot="10800000" flipH="1">
            <a:off x="8848605" y="212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82"/>
          <p:cNvSpPr/>
          <p:nvPr/>
        </p:nvSpPr>
        <p:spPr>
          <a:xfrm rot="10800000" flipH="1">
            <a:off x="8257524" y="1206911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82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_AND_TWO_COLUMNS_1_1_2_1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3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83"/>
          <p:cNvSpPr/>
          <p:nvPr/>
        </p:nvSpPr>
        <p:spPr>
          <a:xfrm rot="5400000">
            <a:off x="7815" y="2417277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83"/>
          <p:cNvSpPr/>
          <p:nvPr/>
        </p:nvSpPr>
        <p:spPr>
          <a:xfrm rot="5400000">
            <a:off x="7815" y="3022317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83"/>
          <p:cNvSpPr/>
          <p:nvPr/>
        </p:nvSpPr>
        <p:spPr>
          <a:xfrm rot="5400000">
            <a:off x="626108" y="-3369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83"/>
          <p:cNvSpPr/>
          <p:nvPr/>
        </p:nvSpPr>
        <p:spPr>
          <a:xfrm rot="5400000">
            <a:off x="626092" y="60168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83"/>
          <p:cNvSpPr/>
          <p:nvPr/>
        </p:nvSpPr>
        <p:spPr>
          <a:xfrm rot="5400000">
            <a:off x="626092" y="181176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83"/>
          <p:cNvSpPr/>
          <p:nvPr/>
        </p:nvSpPr>
        <p:spPr>
          <a:xfrm rot="5400000">
            <a:off x="626092" y="362691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83"/>
          <p:cNvSpPr/>
          <p:nvPr/>
        </p:nvSpPr>
        <p:spPr>
          <a:xfrm rot="5400000">
            <a:off x="626092" y="483702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83"/>
          <p:cNvSpPr/>
          <p:nvPr/>
        </p:nvSpPr>
        <p:spPr>
          <a:xfrm rot="5400000">
            <a:off x="1244385" y="-2929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83"/>
          <p:cNvSpPr/>
          <p:nvPr/>
        </p:nvSpPr>
        <p:spPr>
          <a:xfrm rot="5400000">
            <a:off x="7384" y="-341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3"/>
          <p:cNvSpPr/>
          <p:nvPr/>
        </p:nvSpPr>
        <p:spPr>
          <a:xfrm rot="5400000">
            <a:off x="8333" y="602074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83"/>
          <p:cNvSpPr/>
          <p:nvPr/>
        </p:nvSpPr>
        <p:spPr>
          <a:xfrm rot="5400000">
            <a:off x="8335" y="1207176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83"/>
          <p:cNvSpPr/>
          <p:nvPr/>
        </p:nvSpPr>
        <p:spPr>
          <a:xfrm rot="5400000">
            <a:off x="9578" y="181195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3"/>
          <p:cNvSpPr/>
          <p:nvPr/>
        </p:nvSpPr>
        <p:spPr>
          <a:xfrm rot="5400000">
            <a:off x="626096" y="241724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83"/>
          <p:cNvSpPr/>
          <p:nvPr/>
        </p:nvSpPr>
        <p:spPr>
          <a:xfrm rot="5400000">
            <a:off x="9570" y="362735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83"/>
          <p:cNvSpPr/>
          <p:nvPr/>
        </p:nvSpPr>
        <p:spPr>
          <a:xfrm rot="5400000">
            <a:off x="10077" y="4232382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83"/>
          <p:cNvSpPr/>
          <p:nvPr/>
        </p:nvSpPr>
        <p:spPr>
          <a:xfrm rot="5400000">
            <a:off x="9570" y="48374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83"/>
          <p:cNvSpPr/>
          <p:nvPr/>
        </p:nvSpPr>
        <p:spPr>
          <a:xfrm rot="5400000">
            <a:off x="626038" y="4231961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83"/>
          <p:cNvSpPr/>
          <p:nvPr/>
        </p:nvSpPr>
        <p:spPr>
          <a:xfrm rot="5400000">
            <a:off x="1242624" y="181196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83"/>
          <p:cNvSpPr/>
          <p:nvPr/>
        </p:nvSpPr>
        <p:spPr>
          <a:xfrm rot="-5400000">
            <a:off x="7598616" y="483704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83"/>
          <p:cNvSpPr/>
          <p:nvPr/>
        </p:nvSpPr>
        <p:spPr>
          <a:xfrm rot="-5400000">
            <a:off x="6980372" y="483748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3"/>
          <p:cNvSpPr/>
          <p:nvPr/>
        </p:nvSpPr>
        <p:spPr>
          <a:xfrm rot="-5400000">
            <a:off x="7596910" y="60212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83"/>
          <p:cNvSpPr/>
          <p:nvPr/>
        </p:nvSpPr>
        <p:spPr>
          <a:xfrm rot="-5400000">
            <a:off x="8216821" y="1812222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83"/>
          <p:cNvSpPr/>
          <p:nvPr/>
        </p:nvSpPr>
        <p:spPr>
          <a:xfrm rot="-5400000">
            <a:off x="8217252" y="483705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83"/>
          <p:cNvSpPr/>
          <p:nvPr/>
        </p:nvSpPr>
        <p:spPr>
          <a:xfrm rot="-5400000">
            <a:off x="8217290" y="423242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83"/>
          <p:cNvSpPr/>
          <p:nvPr/>
        </p:nvSpPr>
        <p:spPr>
          <a:xfrm rot="-5400000">
            <a:off x="8217288" y="3627354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83"/>
          <p:cNvSpPr/>
          <p:nvPr/>
        </p:nvSpPr>
        <p:spPr>
          <a:xfrm rot="-5400000">
            <a:off x="8215057" y="3022545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83"/>
          <p:cNvSpPr/>
          <p:nvPr/>
        </p:nvSpPr>
        <p:spPr>
          <a:xfrm rot="-5400000">
            <a:off x="8215066" y="1207158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3"/>
          <p:cNvSpPr/>
          <p:nvPr/>
        </p:nvSpPr>
        <p:spPr>
          <a:xfrm rot="-5400000">
            <a:off x="8215546" y="602133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83"/>
          <p:cNvSpPr/>
          <p:nvPr/>
        </p:nvSpPr>
        <p:spPr>
          <a:xfrm rot="-5400000">
            <a:off x="8215066" y="-294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83"/>
          <p:cNvSpPr/>
          <p:nvPr/>
        </p:nvSpPr>
        <p:spPr>
          <a:xfrm rot="5400000">
            <a:off x="1243048" y="483702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83"/>
          <p:cNvSpPr/>
          <p:nvPr/>
        </p:nvSpPr>
        <p:spPr>
          <a:xfrm rot="-5400000">
            <a:off x="8837214" y="2417233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83"/>
          <p:cNvSpPr/>
          <p:nvPr/>
        </p:nvSpPr>
        <p:spPr>
          <a:xfrm rot="-5400000">
            <a:off x="8837214" y="1812197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83"/>
          <p:cNvSpPr/>
          <p:nvPr/>
        </p:nvSpPr>
        <p:spPr>
          <a:xfrm rot="-5400000">
            <a:off x="8837645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83"/>
          <p:cNvSpPr/>
          <p:nvPr/>
        </p:nvSpPr>
        <p:spPr>
          <a:xfrm rot="-5400000">
            <a:off x="8837683" y="4232398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83"/>
          <p:cNvSpPr/>
          <p:nvPr/>
        </p:nvSpPr>
        <p:spPr>
          <a:xfrm rot="-5400000">
            <a:off x="8837680" y="3627328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83"/>
          <p:cNvSpPr/>
          <p:nvPr/>
        </p:nvSpPr>
        <p:spPr>
          <a:xfrm rot="-5400000">
            <a:off x="8835450" y="302251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83"/>
          <p:cNvSpPr/>
          <p:nvPr/>
        </p:nvSpPr>
        <p:spPr>
          <a:xfrm rot="-5400000">
            <a:off x="8835458" y="120713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83"/>
          <p:cNvSpPr/>
          <p:nvPr/>
        </p:nvSpPr>
        <p:spPr>
          <a:xfrm rot="-5400000">
            <a:off x="8835939" y="602108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3"/>
          <p:cNvSpPr/>
          <p:nvPr/>
        </p:nvSpPr>
        <p:spPr>
          <a:xfrm rot="-5400000">
            <a:off x="8835458" y="-297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83"/>
          <p:cNvSpPr txBox="1">
            <a:spLocks noGrp="1"/>
          </p:cNvSpPr>
          <p:nvPr>
            <p:ph type="subTitle" idx="1"/>
          </p:nvPr>
        </p:nvSpPr>
        <p:spPr>
          <a:xfrm>
            <a:off x="1948525" y="1499338"/>
            <a:ext cx="201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554" name="Google Shape;554;p83"/>
          <p:cNvSpPr txBox="1">
            <a:spLocks noGrp="1"/>
          </p:cNvSpPr>
          <p:nvPr>
            <p:ph type="subTitle" idx="2"/>
          </p:nvPr>
        </p:nvSpPr>
        <p:spPr>
          <a:xfrm>
            <a:off x="1948525" y="2602982"/>
            <a:ext cx="201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555" name="Google Shape;555;p83"/>
          <p:cNvSpPr txBox="1">
            <a:spLocks noGrp="1"/>
          </p:cNvSpPr>
          <p:nvPr>
            <p:ph type="subTitle" idx="3"/>
          </p:nvPr>
        </p:nvSpPr>
        <p:spPr>
          <a:xfrm>
            <a:off x="1948525" y="3706626"/>
            <a:ext cx="2011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556" name="Google Shape;556;p83"/>
          <p:cNvSpPr txBox="1">
            <a:spLocks noGrp="1"/>
          </p:cNvSpPr>
          <p:nvPr>
            <p:ph type="subTitle" idx="4"/>
          </p:nvPr>
        </p:nvSpPr>
        <p:spPr>
          <a:xfrm>
            <a:off x="5142475" y="1353538"/>
            <a:ext cx="23067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57" name="Google Shape;557;p83"/>
          <p:cNvSpPr txBox="1">
            <a:spLocks noGrp="1"/>
          </p:cNvSpPr>
          <p:nvPr>
            <p:ph type="subTitle" idx="5"/>
          </p:nvPr>
        </p:nvSpPr>
        <p:spPr>
          <a:xfrm>
            <a:off x="5142475" y="2483644"/>
            <a:ext cx="23067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58" name="Google Shape;558;p83"/>
          <p:cNvSpPr txBox="1">
            <a:spLocks noGrp="1"/>
          </p:cNvSpPr>
          <p:nvPr>
            <p:ph type="subTitle" idx="6"/>
          </p:nvPr>
        </p:nvSpPr>
        <p:spPr>
          <a:xfrm>
            <a:off x="5142475" y="3613750"/>
            <a:ext cx="23067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1"/>
          <p:cNvSpPr/>
          <p:nvPr/>
        </p:nvSpPr>
        <p:spPr>
          <a:xfrm rot="-5400000" flipH="1">
            <a:off x="8837117" y="2417294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91"/>
          <p:cNvSpPr/>
          <p:nvPr/>
        </p:nvSpPr>
        <p:spPr>
          <a:xfrm rot="-5400000" flipH="1">
            <a:off x="8837117" y="3022331"/>
            <a:ext cx="303053" cy="308951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91"/>
          <p:cNvSpPr/>
          <p:nvPr/>
        </p:nvSpPr>
        <p:spPr>
          <a:xfrm rot="-5400000" flipH="1">
            <a:off x="8218864" y="-3340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91"/>
          <p:cNvSpPr/>
          <p:nvPr/>
        </p:nvSpPr>
        <p:spPr>
          <a:xfrm rot="-5400000" flipH="1">
            <a:off x="8218848" y="60171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91"/>
          <p:cNvSpPr/>
          <p:nvPr/>
        </p:nvSpPr>
        <p:spPr>
          <a:xfrm rot="-5400000" flipH="1">
            <a:off x="8218848" y="120675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91"/>
          <p:cNvSpPr/>
          <p:nvPr/>
        </p:nvSpPr>
        <p:spPr>
          <a:xfrm rot="-5400000" flipH="1">
            <a:off x="8218848" y="1811786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91"/>
          <p:cNvSpPr/>
          <p:nvPr/>
        </p:nvSpPr>
        <p:spPr>
          <a:xfrm rot="-5400000" flipH="1">
            <a:off x="8218848" y="3021891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91"/>
          <p:cNvSpPr/>
          <p:nvPr/>
        </p:nvSpPr>
        <p:spPr>
          <a:xfrm rot="-5400000" flipH="1">
            <a:off x="8218848" y="3626928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91"/>
          <p:cNvSpPr/>
          <p:nvPr/>
        </p:nvSpPr>
        <p:spPr>
          <a:xfrm rot="-5400000" flipH="1">
            <a:off x="8218848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91"/>
          <p:cNvSpPr/>
          <p:nvPr/>
        </p:nvSpPr>
        <p:spPr>
          <a:xfrm rot="-5400000" flipH="1">
            <a:off x="7600595" y="-2900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91"/>
          <p:cNvSpPr/>
          <p:nvPr/>
        </p:nvSpPr>
        <p:spPr>
          <a:xfrm rot="-5400000" flipH="1">
            <a:off x="6982340" y="-3354"/>
            <a:ext cx="303021" cy="309859"/>
          </a:xfrm>
          <a:custGeom>
            <a:avLst/>
            <a:gdLst/>
            <a:ahLst/>
            <a:cxnLst/>
            <a:rect l="l" t="t" r="r" b="b"/>
            <a:pathLst>
              <a:path w="9514" h="10579" extrusionOk="0">
                <a:moveTo>
                  <a:pt x="0" y="1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91"/>
          <p:cNvSpPr/>
          <p:nvPr/>
        </p:nvSpPr>
        <p:spPr>
          <a:xfrm rot="-5400000" flipH="1">
            <a:off x="6364086" y="-2900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91"/>
          <p:cNvSpPr/>
          <p:nvPr/>
        </p:nvSpPr>
        <p:spPr>
          <a:xfrm rot="-5400000" flipH="1">
            <a:off x="6982818" y="602114"/>
            <a:ext cx="302065" cy="309859"/>
          </a:xfrm>
          <a:custGeom>
            <a:avLst/>
            <a:gdLst/>
            <a:ahLst/>
            <a:cxnLst/>
            <a:rect l="l" t="t" r="r" b="b"/>
            <a:pathLst>
              <a:path w="9484" h="10579" extrusionOk="0">
                <a:moveTo>
                  <a:pt x="0" y="1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91"/>
          <p:cNvSpPr/>
          <p:nvPr/>
        </p:nvSpPr>
        <p:spPr>
          <a:xfrm rot="-5400000" flipH="1">
            <a:off x="7601074" y="60258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91"/>
          <p:cNvSpPr/>
          <p:nvPr/>
        </p:nvSpPr>
        <p:spPr>
          <a:xfrm rot="-5400000" flipH="1">
            <a:off x="8837548" y="-3385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91"/>
          <p:cNvSpPr/>
          <p:nvPr/>
        </p:nvSpPr>
        <p:spPr>
          <a:xfrm rot="-5400000" flipH="1">
            <a:off x="8837586" y="60210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91"/>
          <p:cNvSpPr/>
          <p:nvPr/>
        </p:nvSpPr>
        <p:spPr>
          <a:xfrm rot="-5400000" flipH="1">
            <a:off x="8837584" y="1207199"/>
            <a:ext cx="302065" cy="308951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91"/>
          <p:cNvSpPr/>
          <p:nvPr/>
        </p:nvSpPr>
        <p:spPr>
          <a:xfrm rot="-5400000" flipH="1">
            <a:off x="8835354" y="1811979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91"/>
          <p:cNvSpPr/>
          <p:nvPr/>
        </p:nvSpPr>
        <p:spPr>
          <a:xfrm rot="-5400000" flipH="1">
            <a:off x="8218844" y="24172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91"/>
          <p:cNvSpPr/>
          <p:nvPr/>
        </p:nvSpPr>
        <p:spPr>
          <a:xfrm rot="-5400000" flipH="1">
            <a:off x="8835362" y="362736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91"/>
          <p:cNvSpPr/>
          <p:nvPr/>
        </p:nvSpPr>
        <p:spPr>
          <a:xfrm rot="-5400000" flipH="1">
            <a:off x="8835842" y="4232390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91"/>
          <p:cNvSpPr/>
          <p:nvPr/>
        </p:nvSpPr>
        <p:spPr>
          <a:xfrm rot="-5400000" flipH="1">
            <a:off x="8835362" y="483747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91"/>
          <p:cNvSpPr/>
          <p:nvPr/>
        </p:nvSpPr>
        <p:spPr>
          <a:xfrm rot="-5400000" flipH="1">
            <a:off x="8218902" y="423196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91"/>
          <p:cNvSpPr/>
          <p:nvPr/>
        </p:nvSpPr>
        <p:spPr>
          <a:xfrm rot="-5400000" flipH="1">
            <a:off x="7602324" y="181198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91"/>
          <p:cNvSpPr/>
          <p:nvPr/>
        </p:nvSpPr>
        <p:spPr>
          <a:xfrm rot="-5400000" flipH="1">
            <a:off x="7602324" y="3625701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91"/>
          <p:cNvSpPr/>
          <p:nvPr/>
        </p:nvSpPr>
        <p:spPr>
          <a:xfrm rot="-5400000" flipH="1">
            <a:off x="7601900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91"/>
          <p:cNvSpPr/>
          <p:nvPr/>
        </p:nvSpPr>
        <p:spPr>
          <a:xfrm rot="-5400000" flipH="1">
            <a:off x="6984953" y="4837033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91"/>
          <p:cNvSpPr txBox="1">
            <a:spLocks noGrp="1"/>
          </p:cNvSpPr>
          <p:nvPr>
            <p:ph type="title"/>
          </p:nvPr>
        </p:nvSpPr>
        <p:spPr>
          <a:xfrm>
            <a:off x="1500200" y="1693000"/>
            <a:ext cx="5612700" cy="16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4" name="Google Shape;814;p91"/>
          <p:cNvSpPr/>
          <p:nvPr/>
        </p:nvSpPr>
        <p:spPr>
          <a:xfrm rot="-5400000" flipH="1">
            <a:off x="6368449" y="4837463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91"/>
          <p:cNvSpPr/>
          <p:nvPr/>
        </p:nvSpPr>
        <p:spPr>
          <a:xfrm rot="-5400000" flipH="1">
            <a:off x="5692174" y="-291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91"/>
          <p:cNvSpPr/>
          <p:nvPr/>
        </p:nvSpPr>
        <p:spPr>
          <a:xfrm rot="-5400000" flipH="1">
            <a:off x="5020249" y="-291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91"/>
          <p:cNvSpPr/>
          <p:nvPr/>
        </p:nvSpPr>
        <p:spPr>
          <a:xfrm rot="-5400000" flipH="1">
            <a:off x="5752349" y="4837476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91"/>
          <p:cNvSpPr/>
          <p:nvPr/>
        </p:nvSpPr>
        <p:spPr>
          <a:xfrm rot="5400000">
            <a:off x="3454" y="-3368"/>
            <a:ext cx="303021" cy="309830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91"/>
          <p:cNvSpPr/>
          <p:nvPr/>
        </p:nvSpPr>
        <p:spPr>
          <a:xfrm rot="5400000">
            <a:off x="3438" y="60168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91"/>
          <p:cNvSpPr/>
          <p:nvPr/>
        </p:nvSpPr>
        <p:spPr>
          <a:xfrm rot="5400000">
            <a:off x="3438" y="1811757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91"/>
          <p:cNvSpPr/>
          <p:nvPr/>
        </p:nvSpPr>
        <p:spPr>
          <a:xfrm rot="5400000">
            <a:off x="3438" y="3626899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91"/>
          <p:cNvSpPr/>
          <p:nvPr/>
        </p:nvSpPr>
        <p:spPr>
          <a:xfrm rot="5400000">
            <a:off x="3438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91"/>
          <p:cNvSpPr/>
          <p:nvPr/>
        </p:nvSpPr>
        <p:spPr>
          <a:xfrm rot="5400000">
            <a:off x="621721" y="-2929"/>
            <a:ext cx="303021" cy="308951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91"/>
          <p:cNvSpPr/>
          <p:nvPr/>
        </p:nvSpPr>
        <p:spPr>
          <a:xfrm rot="5400000">
            <a:off x="622197" y="602552"/>
            <a:ext cx="302065" cy="308980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91"/>
          <p:cNvSpPr/>
          <p:nvPr/>
        </p:nvSpPr>
        <p:spPr>
          <a:xfrm rot="5400000">
            <a:off x="3442" y="2417237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91"/>
          <p:cNvSpPr/>
          <p:nvPr/>
        </p:nvSpPr>
        <p:spPr>
          <a:xfrm rot="5400000">
            <a:off x="3384" y="4231940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91"/>
          <p:cNvSpPr/>
          <p:nvPr/>
        </p:nvSpPr>
        <p:spPr>
          <a:xfrm rot="5400000">
            <a:off x="619959" y="1811954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91"/>
          <p:cNvSpPr/>
          <p:nvPr/>
        </p:nvSpPr>
        <p:spPr>
          <a:xfrm rot="5400000">
            <a:off x="619959" y="3625672"/>
            <a:ext cx="303053" cy="308980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91"/>
          <p:cNvSpPr/>
          <p:nvPr/>
        </p:nvSpPr>
        <p:spPr>
          <a:xfrm rot="5400000">
            <a:off x="620383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91"/>
          <p:cNvSpPr/>
          <p:nvPr/>
        </p:nvSpPr>
        <p:spPr>
          <a:xfrm rot="5400000">
            <a:off x="1237329" y="4837004"/>
            <a:ext cx="303053" cy="309830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97"/>
          <p:cNvSpPr/>
          <p:nvPr/>
        </p:nvSpPr>
        <p:spPr>
          <a:xfrm flipH="1">
            <a:off x="589991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97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97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97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97"/>
          <p:cNvSpPr/>
          <p:nvPr/>
        </p:nvSpPr>
        <p:spPr>
          <a:xfrm flipH="1">
            <a:off x="531019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97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97"/>
          <p:cNvSpPr/>
          <p:nvPr/>
        </p:nvSpPr>
        <p:spPr>
          <a:xfrm flipH="1">
            <a:off x="1771844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97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97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97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97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97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97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7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97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97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97"/>
          <p:cNvSpPr/>
          <p:nvPr/>
        </p:nvSpPr>
        <p:spPr>
          <a:xfrm flipH="1">
            <a:off x="1183064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97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97"/>
          <p:cNvSpPr/>
          <p:nvPr/>
        </p:nvSpPr>
        <p:spPr>
          <a:xfrm flipH="1">
            <a:off x="592413" y="4239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7"/>
          <p:cNvSpPr txBox="1">
            <a:spLocks noGrp="1"/>
          </p:cNvSpPr>
          <p:nvPr>
            <p:ph type="title"/>
          </p:nvPr>
        </p:nvSpPr>
        <p:spPr>
          <a:xfrm>
            <a:off x="1207825" y="3983254"/>
            <a:ext cx="67005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3" name="Google Shape;953;p97"/>
          <p:cNvSpPr txBox="1">
            <a:spLocks noGrp="1"/>
          </p:cNvSpPr>
          <p:nvPr>
            <p:ph type="title" idx="2"/>
          </p:nvPr>
        </p:nvSpPr>
        <p:spPr>
          <a:xfrm>
            <a:off x="3722450" y="526575"/>
            <a:ext cx="1699200" cy="3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fr-F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940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 b="0" i="0" u="none" strike="noStrike" cap="none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88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72" r:id="rId17"/>
    <p:sldLayoutId id="2147483676" r:id="rId18"/>
    <p:sldLayoutId id="2147483677" r:id="rId19"/>
    <p:sldLayoutId id="2147483680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gif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"/>
          <p:cNvSpPr txBox="1">
            <a:spLocks noGrp="1"/>
          </p:cNvSpPr>
          <p:nvPr>
            <p:ph type="ctrTitle"/>
          </p:nvPr>
        </p:nvSpPr>
        <p:spPr>
          <a:xfrm>
            <a:off x="1841100" y="2279225"/>
            <a:ext cx="5461800" cy="9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"/>
              <a:t>Projet Maths-info</a:t>
            </a:r>
            <a:endParaRPr/>
          </a:p>
        </p:txBody>
      </p:sp>
      <p:sp>
        <p:nvSpPr>
          <p:cNvPr id="964" name="Google Shape;964;p1"/>
          <p:cNvSpPr txBox="1">
            <a:spLocks noGrp="1"/>
          </p:cNvSpPr>
          <p:nvPr>
            <p:ph type="ctrTitle" idx="2"/>
          </p:nvPr>
        </p:nvSpPr>
        <p:spPr>
          <a:xfrm>
            <a:off x="161668" y="1232431"/>
            <a:ext cx="8074912" cy="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"/>
              <a:t> PROJET TETRIS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"/>
          <p:cNvSpPr txBox="1">
            <a:spLocks noGrp="1"/>
          </p:cNvSpPr>
          <p:nvPr>
            <p:ph type="title"/>
          </p:nvPr>
        </p:nvSpPr>
        <p:spPr>
          <a:xfrm>
            <a:off x="2332425" y="3034500"/>
            <a:ext cx="56976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— </a:t>
            </a:r>
            <a:r>
              <a:rPr lang="en" b="1"/>
              <a:t>Albert Szent-Gyorgyi</a:t>
            </a:r>
            <a:br>
              <a:rPr lang="en" b="1"/>
            </a:br>
            <a:endParaRPr/>
          </a:p>
        </p:txBody>
      </p:sp>
      <p:sp>
        <p:nvSpPr>
          <p:cNvPr id="970" name="Google Shape;970;p2"/>
          <p:cNvSpPr txBox="1">
            <a:spLocks noGrp="1"/>
          </p:cNvSpPr>
          <p:nvPr>
            <p:ph type="subTitle" idx="1"/>
          </p:nvPr>
        </p:nvSpPr>
        <p:spPr>
          <a:xfrm>
            <a:off x="1059150" y="1276625"/>
            <a:ext cx="70257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“Research is to see what everybody else has seen, and to think what nobody else has thought.”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"/>
          <p:cNvSpPr txBox="1">
            <a:spLocks noGrp="1"/>
          </p:cNvSpPr>
          <p:nvPr>
            <p:ph type="title" idx="15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DES MATIERES</a:t>
            </a:r>
            <a:endParaRPr u="sng">
              <a:solidFill>
                <a:schemeClr val="accent1"/>
              </a:solidFill>
            </a:endParaRPr>
          </a:p>
        </p:txBody>
      </p:sp>
      <p:sp>
        <p:nvSpPr>
          <p:cNvPr id="976" name="Google Shape;976;p3"/>
          <p:cNvSpPr txBox="1">
            <a:spLocks noGrp="1"/>
          </p:cNvSpPr>
          <p:nvPr>
            <p:ph type="subTitle" idx="6"/>
          </p:nvPr>
        </p:nvSpPr>
        <p:spPr>
          <a:xfrm>
            <a:off x="1781031" y="2015850"/>
            <a:ext cx="2328300" cy="650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POLYOMINO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977" name="Google Shape;977;p3"/>
          <p:cNvSpPr txBox="1">
            <a:spLocks noGrp="1"/>
          </p:cNvSpPr>
          <p:nvPr>
            <p:ph type="subTitle" idx="7"/>
          </p:nvPr>
        </p:nvSpPr>
        <p:spPr>
          <a:xfrm>
            <a:off x="5034669" y="2011050"/>
            <a:ext cx="23283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PAVAGE</a:t>
            </a:r>
            <a:endParaRPr/>
          </a:p>
        </p:txBody>
      </p:sp>
      <p:sp>
        <p:nvSpPr>
          <p:cNvPr id="978" name="Google Shape;978;p3"/>
          <p:cNvSpPr txBox="1">
            <a:spLocks noGrp="1"/>
          </p:cNvSpPr>
          <p:nvPr>
            <p:ph type="subTitle" idx="8"/>
          </p:nvPr>
        </p:nvSpPr>
        <p:spPr>
          <a:xfrm>
            <a:off x="2720603" y="3595325"/>
            <a:ext cx="3336493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DEGRES</a:t>
            </a:r>
            <a:endParaRPr/>
          </a:p>
        </p:txBody>
      </p:sp>
      <p:sp>
        <p:nvSpPr>
          <p:cNvPr id="979" name="Google Shape;979;p3"/>
          <p:cNvSpPr txBox="1">
            <a:spLocks noGrp="1"/>
          </p:cNvSpPr>
          <p:nvPr>
            <p:ph type="title"/>
          </p:nvPr>
        </p:nvSpPr>
        <p:spPr>
          <a:xfrm>
            <a:off x="1462581" y="1367150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980" name="Google Shape;980;p3"/>
          <p:cNvSpPr txBox="1">
            <a:spLocks noGrp="1"/>
          </p:cNvSpPr>
          <p:nvPr>
            <p:ph type="title" idx="3"/>
          </p:nvPr>
        </p:nvSpPr>
        <p:spPr>
          <a:xfrm>
            <a:off x="4716221" y="1358112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81" name="Google Shape;981;p3"/>
          <p:cNvSpPr txBox="1">
            <a:spLocks noGrp="1"/>
          </p:cNvSpPr>
          <p:nvPr>
            <p:ph type="title" idx="4"/>
          </p:nvPr>
        </p:nvSpPr>
        <p:spPr>
          <a:xfrm>
            <a:off x="-20019" y="2972876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82" name="Google Shape;982;p3"/>
          <p:cNvSpPr txBox="1">
            <a:spLocks noGrp="1"/>
          </p:cNvSpPr>
          <p:nvPr>
            <p:ph type="title" idx="5"/>
          </p:nvPr>
        </p:nvSpPr>
        <p:spPr>
          <a:xfrm>
            <a:off x="2906250" y="3004051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83" name="Google Shape;983;p3"/>
          <p:cNvSpPr txBox="1">
            <a:spLocks noGrp="1"/>
          </p:cNvSpPr>
          <p:nvPr>
            <p:ph type="subTitle" idx="13"/>
          </p:nvPr>
        </p:nvSpPr>
        <p:spPr>
          <a:xfrm>
            <a:off x="4668369" y="2436095"/>
            <a:ext cx="3060900" cy="45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Paver l’espace 2D avec un programme</a:t>
            </a:r>
            <a:endParaRPr/>
          </a:p>
        </p:txBody>
      </p:sp>
      <p:sp>
        <p:nvSpPr>
          <p:cNvPr id="984" name="Google Shape;984;p3"/>
          <p:cNvSpPr txBox="1">
            <a:spLocks noGrp="1"/>
          </p:cNvSpPr>
          <p:nvPr>
            <p:ph type="subTitle" idx="1"/>
          </p:nvPr>
        </p:nvSpPr>
        <p:spPr>
          <a:xfrm>
            <a:off x="-74919" y="4017876"/>
            <a:ext cx="3075000" cy="5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Aller de A à B en suivant les règles de tetris</a:t>
            </a:r>
            <a:endParaRPr/>
          </a:p>
        </p:txBody>
      </p:sp>
      <p:sp>
        <p:nvSpPr>
          <p:cNvPr id="985" name="Google Shape;985;p3"/>
          <p:cNvSpPr txBox="1">
            <a:spLocks noGrp="1"/>
          </p:cNvSpPr>
          <p:nvPr>
            <p:ph type="subTitle" idx="2"/>
          </p:nvPr>
        </p:nvSpPr>
        <p:spPr>
          <a:xfrm>
            <a:off x="2858400" y="4060575"/>
            <a:ext cx="3075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Caractérisation d’un ensemble, avec des nouveaux attributs</a:t>
            </a:r>
            <a:endParaRPr/>
          </a:p>
        </p:txBody>
      </p:sp>
      <p:sp>
        <p:nvSpPr>
          <p:cNvPr id="986" name="Google Shape;986;p3"/>
          <p:cNvSpPr txBox="1">
            <a:spLocks noGrp="1"/>
          </p:cNvSpPr>
          <p:nvPr>
            <p:ph type="subTitle" idx="14"/>
          </p:nvPr>
        </p:nvSpPr>
        <p:spPr>
          <a:xfrm>
            <a:off x="298431" y="3589533"/>
            <a:ext cx="2328300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A-&gt;B</a:t>
            </a:r>
            <a:endParaRPr/>
          </a:p>
        </p:txBody>
      </p:sp>
      <p:sp>
        <p:nvSpPr>
          <p:cNvPr id="987" name="Google Shape;987;p3"/>
          <p:cNvSpPr txBox="1"/>
          <p:nvPr/>
        </p:nvSpPr>
        <p:spPr>
          <a:xfrm>
            <a:off x="1327950" y="2412349"/>
            <a:ext cx="30609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C’est quoi ?</a:t>
            </a:r>
            <a:endParaRPr/>
          </a:p>
        </p:txBody>
      </p:sp>
      <p:sp>
        <p:nvSpPr>
          <p:cNvPr id="988" name="Google Shape;988;p3"/>
          <p:cNvSpPr txBox="1"/>
          <p:nvPr/>
        </p:nvSpPr>
        <p:spPr>
          <a:xfrm>
            <a:off x="6246669" y="2972876"/>
            <a:ext cx="29652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ress Start 2P"/>
              <a:buNone/>
            </a:pPr>
            <a:r>
              <a:rPr lang="en" sz="3400" b="0" i="0" u="none" strike="noStrike" cap="none">
                <a:solidFill>
                  <a:schemeClr val="lt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04</a:t>
            </a:r>
            <a:endParaRPr/>
          </a:p>
        </p:txBody>
      </p:sp>
      <p:sp>
        <p:nvSpPr>
          <p:cNvPr id="989" name="Google Shape;989;p3"/>
          <p:cNvSpPr txBox="1"/>
          <p:nvPr/>
        </p:nvSpPr>
        <p:spPr>
          <a:xfrm>
            <a:off x="6013172" y="3589533"/>
            <a:ext cx="3336493" cy="3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SECABILITE</a:t>
            </a:r>
            <a:endParaRPr/>
          </a:p>
        </p:txBody>
      </p:sp>
      <p:sp>
        <p:nvSpPr>
          <p:cNvPr id="990" name="Google Shape;990;p3"/>
          <p:cNvSpPr txBox="1"/>
          <p:nvPr/>
        </p:nvSpPr>
        <p:spPr>
          <a:xfrm>
            <a:off x="6136869" y="3969320"/>
            <a:ext cx="30750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Etude des polyominos sécables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012" scaled="0"/>
        </a:gradFill>
        <a:effectLst/>
      </p:bgPr>
    </p:bg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"/>
          <p:cNvSpPr txBox="1">
            <a:spLocks noGrp="1"/>
          </p:cNvSpPr>
          <p:nvPr>
            <p:ph type="title"/>
          </p:nvPr>
        </p:nvSpPr>
        <p:spPr>
          <a:xfrm>
            <a:off x="1813050" y="1872881"/>
            <a:ext cx="55179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POLYOMINO</a:t>
            </a:r>
            <a:endParaRPr/>
          </a:p>
        </p:txBody>
      </p:sp>
      <p:sp>
        <p:nvSpPr>
          <p:cNvPr id="996" name="Google Shape;996;p5"/>
          <p:cNvSpPr txBox="1">
            <a:spLocks noGrp="1"/>
          </p:cNvSpPr>
          <p:nvPr>
            <p:ph type="subTitle" idx="1"/>
          </p:nvPr>
        </p:nvSpPr>
        <p:spPr>
          <a:xfrm>
            <a:off x="2155200" y="2601819"/>
            <a:ext cx="4833600" cy="1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Définition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Et dessins!!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6"/>
          <p:cNvSpPr txBox="1">
            <a:spLocks noGrp="1"/>
          </p:cNvSpPr>
          <p:nvPr>
            <p:ph type="title"/>
          </p:nvPr>
        </p:nvSpPr>
        <p:spPr>
          <a:xfrm>
            <a:off x="706225" y="2501750"/>
            <a:ext cx="41682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PROBLEME =&gt; REFLEXIONS</a:t>
            </a:r>
            <a:endParaRPr/>
          </a:p>
        </p:txBody>
      </p:sp>
      <p:sp>
        <p:nvSpPr>
          <p:cNvPr id="1002" name="Google Shape;1002;p6"/>
          <p:cNvSpPr txBox="1">
            <a:spLocks noGrp="1"/>
          </p:cNvSpPr>
          <p:nvPr>
            <p:ph type="title" idx="2"/>
          </p:nvPr>
        </p:nvSpPr>
        <p:spPr>
          <a:xfrm>
            <a:off x="493723" y="1584750"/>
            <a:ext cx="5900637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4800"/>
              <a:t>PAVAGE</a:t>
            </a:r>
            <a:endParaRPr sz="4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"/>
          <p:cNvSpPr txBox="1">
            <a:spLocks noGrp="1"/>
          </p:cNvSpPr>
          <p:nvPr>
            <p:ph type="title"/>
          </p:nvPr>
        </p:nvSpPr>
        <p:spPr>
          <a:xfrm>
            <a:off x="2195597" y="380040"/>
            <a:ext cx="4656805" cy="8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Algorithme</a:t>
            </a:r>
            <a:endParaRPr/>
          </a:p>
        </p:txBody>
      </p:sp>
      <p:sp>
        <p:nvSpPr>
          <p:cNvPr id="1008" name="Google Shape;1008;p7"/>
          <p:cNvSpPr txBox="1">
            <a:spLocks noGrp="1"/>
          </p:cNvSpPr>
          <p:nvPr>
            <p:ph type="title"/>
          </p:nvPr>
        </p:nvSpPr>
        <p:spPr>
          <a:xfrm>
            <a:off x="5636189" y="1862903"/>
            <a:ext cx="2432426" cy="70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 u="none">
                <a:solidFill>
                  <a:schemeClr val="lt1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Imaginer en deux dimensions !</a:t>
            </a:r>
            <a:endParaRPr sz="1800" u="none">
              <a:solidFill>
                <a:schemeClr val="lt1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09" name="Google Shape;1009;p7"/>
          <p:cNvSpPr txBox="1">
            <a:spLocks noGrp="1"/>
          </p:cNvSpPr>
          <p:nvPr>
            <p:ph type="body" idx="1"/>
          </p:nvPr>
        </p:nvSpPr>
        <p:spPr>
          <a:xfrm>
            <a:off x="181596" y="1229870"/>
            <a:ext cx="4084200" cy="114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600"/>
              <a:buNone/>
            </a:pPr>
            <a:r>
              <a:rPr lang="en" sz="1800">
                <a:latin typeface="Maven Pro SemiBold"/>
                <a:ea typeface="Maven Pro SemiBold"/>
                <a:cs typeface="Maven Pro SemiBold"/>
                <a:sym typeface="Maven Pro SemiBold"/>
              </a:rPr>
              <a:t>Trouver un algorithme permettant de paver une bande avec des polyominos d’une dimension</a:t>
            </a:r>
            <a:endParaRPr sz="1800"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10" name="Google Shape;1010;p7"/>
          <p:cNvSpPr txBox="1"/>
          <p:nvPr/>
        </p:nvSpPr>
        <p:spPr>
          <a:xfrm>
            <a:off x="574402" y="2499722"/>
            <a:ext cx="3817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Un algorithme permettant de paver l’espace 2D ?</a:t>
            </a:r>
            <a:endParaRPr sz="1800" b="0" i="0" u="none" strike="noStrike" cap="none">
              <a:solidFill>
                <a:schemeClr val="lt1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1011" name="Google Shape;1011;p7"/>
          <p:cNvSpPr txBox="1"/>
          <p:nvPr/>
        </p:nvSpPr>
        <p:spPr>
          <a:xfrm>
            <a:off x="1840587" y="3405551"/>
            <a:ext cx="1152196" cy="70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TARGET</a:t>
            </a:r>
            <a:endParaRPr/>
          </a:p>
        </p:txBody>
      </p:sp>
      <p:sp>
        <p:nvSpPr>
          <p:cNvPr id="1012" name="Google Shape;1012;p7"/>
          <p:cNvSpPr txBox="1"/>
          <p:nvPr/>
        </p:nvSpPr>
        <p:spPr>
          <a:xfrm>
            <a:off x="3617897" y="3049877"/>
            <a:ext cx="2038929" cy="70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Press Start 2P"/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BACKTRACKING</a:t>
            </a:r>
            <a:endParaRPr/>
          </a:p>
        </p:txBody>
      </p:sp>
      <p:sp>
        <p:nvSpPr>
          <p:cNvPr id="1013" name="Google Shape;1013;p7"/>
          <p:cNvSpPr/>
          <p:nvPr/>
        </p:nvSpPr>
        <p:spPr>
          <a:xfrm rot="-3187163">
            <a:off x="1303873" y="3139822"/>
            <a:ext cx="563645" cy="65764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173D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7"/>
          <p:cNvSpPr/>
          <p:nvPr/>
        </p:nvSpPr>
        <p:spPr>
          <a:xfrm rot="-6925356">
            <a:off x="3100254" y="3315756"/>
            <a:ext cx="563645" cy="65764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173D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5" name="Google Shape;1015;p7"/>
          <p:cNvCxnSpPr>
            <a:stCxn id="1012" idx="2"/>
            <a:endCxn id="1011" idx="2"/>
          </p:cNvCxnSpPr>
          <p:nvPr/>
        </p:nvCxnSpPr>
        <p:spPr>
          <a:xfrm rot="5400000">
            <a:off x="3349162" y="2826324"/>
            <a:ext cx="355800" cy="2220600"/>
          </a:xfrm>
          <a:prstGeom prst="curvedConnector3">
            <a:avLst>
              <a:gd name="adj1" fmla="val 164214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005;p 1"/>
          <p:cNvSpPr txBox="1"/>
          <p:nvPr/>
        </p:nvSpPr>
        <p:spPr>
          <a:xfrm>
            <a:off x="1367640" y="108000"/>
            <a:ext cx="5400000" cy="82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500" b="0" strike="noStrike" spc="-1" dirty="0">
                <a:solidFill>
                  <a:srgbClr val="FFFF00"/>
                </a:solidFill>
                <a:latin typeface="Press Start 2P"/>
                <a:ea typeface="Press Start 2P"/>
              </a:rPr>
              <a:t>1 DIMENSION</a:t>
            </a:r>
            <a:endParaRPr lang="fr-FR" sz="3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5400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5760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6120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7704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7344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00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136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72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208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 130"/>
          <p:cNvSpPr/>
          <p:nvPr/>
        </p:nvSpPr>
        <p:spPr>
          <a:xfrm>
            <a:off x="24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6480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132"/>
          <p:cNvSpPr/>
          <p:nvPr/>
        </p:nvSpPr>
        <p:spPr>
          <a:xfrm>
            <a:off x="8064000" y="162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017;p 1"/>
          <p:cNvSpPr txBox="1"/>
          <p:nvPr/>
        </p:nvSpPr>
        <p:spPr>
          <a:xfrm>
            <a:off x="6660000" y="275760"/>
            <a:ext cx="1898640" cy="804240"/>
          </a:xfrm>
          <a:prstGeom prst="rect">
            <a:avLst/>
          </a:prstGeom>
          <a:noFill/>
          <a:ln w="0">
            <a:noFill/>
          </a:ln>
        </p:spPr>
        <p:txBody>
          <a:bodyPr lIns="182880" tIns="182880" rIns="182880" bIns="1828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chemeClr val="lt1"/>
                </a:solidFill>
                <a:latin typeface="Maven Pro"/>
                <a:ea typeface="Maven Pro"/>
              </a:rPr>
              <a:t>Glouton et backtracking!</a:t>
            </a:r>
            <a:endParaRPr lang="fr-F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017;p 2"/>
          <p:cNvSpPr txBox="1"/>
          <p:nvPr/>
        </p:nvSpPr>
        <p:spPr>
          <a:xfrm>
            <a:off x="2781360" y="1008000"/>
            <a:ext cx="2618640" cy="1080000"/>
          </a:xfrm>
          <a:prstGeom prst="rect">
            <a:avLst/>
          </a:prstGeom>
          <a:noFill/>
          <a:ln w="0">
            <a:noFill/>
          </a:ln>
        </p:spPr>
        <p:txBody>
          <a:bodyPr lIns="182880" tIns="182880" rIns="182880" bIns="1828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chemeClr val="lt1"/>
                </a:solidFill>
                <a:latin typeface="Maven Pro"/>
                <a:ea typeface="Maven Pro"/>
              </a:rPr>
              <a:t>Comment paver la bande de gauche avec les polyominos de droite ?</a:t>
            </a:r>
            <a:endParaRPr lang="fr-F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648000" y="2304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008000" y="2304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1368000" y="2304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1728000" y="2304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2088000" y="2304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2448000" y="2304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1017;p 3"/>
          <p:cNvSpPr txBox="1"/>
          <p:nvPr/>
        </p:nvSpPr>
        <p:spPr>
          <a:xfrm>
            <a:off x="2787120" y="1872000"/>
            <a:ext cx="2618640" cy="1080000"/>
          </a:xfrm>
          <a:prstGeom prst="rect">
            <a:avLst/>
          </a:prstGeom>
          <a:noFill/>
          <a:ln w="0">
            <a:noFill/>
          </a:ln>
        </p:spPr>
        <p:txBody>
          <a:bodyPr lIns="182880" tIns="182880" rIns="182880" bIns="1828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chemeClr val="lt1"/>
                </a:solidFill>
                <a:latin typeface="Maven Pro"/>
                <a:ea typeface="Maven Pro"/>
              </a:rPr>
              <a:t>On essaye avec le plus grand</a:t>
            </a:r>
            <a:endParaRPr lang="fr-F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1017;p 4"/>
          <p:cNvSpPr txBox="1"/>
          <p:nvPr/>
        </p:nvSpPr>
        <p:spPr>
          <a:xfrm>
            <a:off x="2777760" y="2664000"/>
            <a:ext cx="2618640" cy="1080000"/>
          </a:xfrm>
          <a:prstGeom prst="rect">
            <a:avLst/>
          </a:prstGeom>
          <a:noFill/>
          <a:ln w="0">
            <a:noFill/>
          </a:ln>
        </p:spPr>
        <p:txBody>
          <a:bodyPr lIns="182880" tIns="182880" rIns="182880" bIns="18288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chemeClr val="lt1"/>
                </a:solidFill>
                <a:latin typeface="Maven Pro"/>
                <a:ea typeface="Maven Pro"/>
              </a:rPr>
              <a:t>On est bloqués !</a:t>
            </a:r>
            <a:endParaRPr lang="fr-FR" sz="1400" b="0" strike="noStrike" spc="-1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1400" b="0" strike="noStrike" spc="-1">
                <a:solidFill>
                  <a:schemeClr val="lt1"/>
                </a:solidFill>
                <a:latin typeface="Maven Pro"/>
                <a:ea typeface="Maven Pro"/>
              </a:rPr>
              <a:t>Donc on revient en arrière (backtracking)</a:t>
            </a:r>
            <a:endParaRPr lang="fr-F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64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100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136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2088000" y="31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2448000" y="31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1728000" y="31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5311080" y="3181680"/>
            <a:ext cx="44892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=&gt;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04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640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676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488000" y="3168360"/>
            <a:ext cx="359640" cy="359640"/>
          </a:xfrm>
          <a:prstGeom prst="rect">
            <a:avLst/>
          </a:prstGeom>
          <a:solidFill>
            <a:srgbClr val="FFAA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7848000" y="3168360"/>
            <a:ext cx="359640" cy="359640"/>
          </a:xfrm>
          <a:prstGeom prst="rect">
            <a:avLst/>
          </a:prstGeom>
          <a:solidFill>
            <a:srgbClr val="FFAA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7128000" y="3168360"/>
            <a:ext cx="359640" cy="359640"/>
          </a:xfrm>
          <a:prstGeom prst="rect">
            <a:avLst/>
          </a:prstGeom>
          <a:solidFill>
            <a:srgbClr val="FFAA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005;p 2"/>
          <p:cNvSpPr txBox="1"/>
          <p:nvPr/>
        </p:nvSpPr>
        <p:spPr>
          <a:xfrm>
            <a:off x="1707297" y="138420"/>
            <a:ext cx="6304686" cy="82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500" b="0" strike="noStrike" spc="-1" dirty="0">
                <a:solidFill>
                  <a:srgbClr val="FFFF00"/>
                </a:solidFill>
                <a:latin typeface="Press Start 2P"/>
                <a:ea typeface="Press Start 2P"/>
              </a:rPr>
              <a:t>2 DIMENSIONS</a:t>
            </a:r>
            <a:endParaRPr lang="fr-FR" sz="3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00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136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172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208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24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6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Rectangle 165"/>
          <p:cNvSpPr/>
          <p:nvPr/>
        </p:nvSpPr>
        <p:spPr>
          <a:xfrm>
            <a:off x="6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100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136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72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208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24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6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6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100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136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Rectangle 175"/>
          <p:cNvSpPr/>
          <p:nvPr/>
        </p:nvSpPr>
        <p:spPr>
          <a:xfrm>
            <a:off x="172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208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24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64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48000" y="262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00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136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172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Rectangle 183"/>
          <p:cNvSpPr/>
          <p:nvPr/>
        </p:nvSpPr>
        <p:spPr>
          <a:xfrm>
            <a:off x="208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244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ectangle 185"/>
          <p:cNvSpPr/>
          <p:nvPr/>
        </p:nvSpPr>
        <p:spPr>
          <a:xfrm>
            <a:off x="64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648000" y="298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1008000" y="298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1368000" y="2988360"/>
            <a:ext cx="359640" cy="359640"/>
          </a:xfrm>
          <a:prstGeom prst="rect">
            <a:avLst/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189"/>
          <p:cNvSpPr/>
          <p:nvPr/>
        </p:nvSpPr>
        <p:spPr>
          <a:xfrm>
            <a:off x="172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208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244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792360" y="3600000"/>
            <a:ext cx="172764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Choix du target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  (carré rouge)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580000" y="1872000"/>
            <a:ext cx="2780640" cy="137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On essaie de placer les 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polyominos de sorte à ce 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que le target soit remplit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par la case rouge des 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polyominos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57120" y="967140"/>
            <a:ext cx="274104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 dirty="0">
                <a:solidFill>
                  <a:srgbClr val="FFFFFF"/>
                </a:solidFill>
                <a:latin typeface="Arial"/>
              </a:rPr>
              <a:t>Zone pavée pour l’instant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500000" y="19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4860000" y="19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 197"/>
          <p:cNvSpPr/>
          <p:nvPr/>
        </p:nvSpPr>
        <p:spPr>
          <a:xfrm>
            <a:off x="4500000" y="154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442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 199"/>
          <p:cNvSpPr/>
          <p:nvPr/>
        </p:nvSpPr>
        <p:spPr>
          <a:xfrm>
            <a:off x="478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200"/>
          <p:cNvSpPr/>
          <p:nvPr/>
        </p:nvSpPr>
        <p:spPr>
          <a:xfrm>
            <a:off x="478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406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478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478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3672000" y="17416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672360" y="29656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ectangle 208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100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 210"/>
          <p:cNvSpPr/>
          <p:nvPr/>
        </p:nvSpPr>
        <p:spPr>
          <a:xfrm>
            <a:off x="136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172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ectangle 212"/>
          <p:cNvSpPr/>
          <p:nvPr/>
        </p:nvSpPr>
        <p:spPr>
          <a:xfrm>
            <a:off x="208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24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ectangle 214"/>
          <p:cNvSpPr/>
          <p:nvPr/>
        </p:nvSpPr>
        <p:spPr>
          <a:xfrm>
            <a:off x="6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ectangle 215"/>
          <p:cNvSpPr/>
          <p:nvPr/>
        </p:nvSpPr>
        <p:spPr>
          <a:xfrm>
            <a:off x="6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Rectangle 216"/>
          <p:cNvSpPr/>
          <p:nvPr/>
        </p:nvSpPr>
        <p:spPr>
          <a:xfrm>
            <a:off x="100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ectangle 217"/>
          <p:cNvSpPr/>
          <p:nvPr/>
        </p:nvSpPr>
        <p:spPr>
          <a:xfrm>
            <a:off x="136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172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208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24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6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Rectangle 222"/>
          <p:cNvSpPr/>
          <p:nvPr/>
        </p:nvSpPr>
        <p:spPr>
          <a:xfrm>
            <a:off x="6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100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136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172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208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24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64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648000" y="262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100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1368000" y="2628360"/>
            <a:ext cx="359640" cy="359640"/>
          </a:xfrm>
          <a:prstGeom prst="rect">
            <a:avLst/>
          </a:prstGeom>
          <a:solidFill>
            <a:srgbClr val="35526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172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208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244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64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648000" y="298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237"/>
          <p:cNvSpPr/>
          <p:nvPr/>
        </p:nvSpPr>
        <p:spPr>
          <a:xfrm>
            <a:off x="1008000" y="298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1368000" y="2988360"/>
            <a:ext cx="359640" cy="359640"/>
          </a:xfrm>
          <a:prstGeom prst="rect">
            <a:avLst/>
          </a:prstGeom>
          <a:solidFill>
            <a:srgbClr val="86114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1728000" y="2988360"/>
            <a:ext cx="359640" cy="359640"/>
          </a:xfrm>
          <a:prstGeom prst="rect">
            <a:avLst/>
          </a:prstGeom>
          <a:solidFill>
            <a:srgbClr val="35526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208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Rectangle 241"/>
          <p:cNvSpPr/>
          <p:nvPr/>
        </p:nvSpPr>
        <p:spPr>
          <a:xfrm>
            <a:off x="244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4500000" y="19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860000" y="19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Rectangle 244"/>
          <p:cNvSpPr/>
          <p:nvPr/>
        </p:nvSpPr>
        <p:spPr>
          <a:xfrm>
            <a:off x="4500000" y="154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515906" y="967140"/>
            <a:ext cx="274104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Zone pavée pour l’instant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42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478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478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406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478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ectangle 251"/>
          <p:cNvSpPr/>
          <p:nvPr/>
        </p:nvSpPr>
        <p:spPr>
          <a:xfrm>
            <a:off x="478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583920" y="3420000"/>
            <a:ext cx="229608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Paver le target avec 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le premier polyomino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672000" y="17416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672360" y="29656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" name="Google Shape;1005;p 2">
            <a:extLst>
              <a:ext uri="{FF2B5EF4-FFF2-40B4-BE49-F238E27FC236}">
                <a16:creationId xmlns:a16="http://schemas.microsoft.com/office/drawing/2014/main" id="{072BB006-2D37-499E-B1E1-D798B505356B}"/>
              </a:ext>
            </a:extLst>
          </p:cNvPr>
          <p:cNvSpPr txBox="1"/>
          <p:nvPr/>
        </p:nvSpPr>
        <p:spPr>
          <a:xfrm>
            <a:off x="1707297" y="138420"/>
            <a:ext cx="6304686" cy="82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500" b="0" strike="noStrike" spc="-1" dirty="0">
                <a:solidFill>
                  <a:srgbClr val="FFFF00"/>
                </a:solidFill>
                <a:latin typeface="Press Start 2P"/>
                <a:ea typeface="Press Start 2P"/>
              </a:rPr>
              <a:t>2 DIMENSIONS</a:t>
            </a:r>
            <a:endParaRPr lang="fr-FR" sz="35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256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Rectangle 257"/>
          <p:cNvSpPr/>
          <p:nvPr/>
        </p:nvSpPr>
        <p:spPr>
          <a:xfrm>
            <a:off x="6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Rectangle 258"/>
          <p:cNvSpPr/>
          <p:nvPr/>
        </p:nvSpPr>
        <p:spPr>
          <a:xfrm>
            <a:off x="100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136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172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208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2448000" y="154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6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6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100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136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172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208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2448000" y="190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6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100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136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Rectangle 274"/>
          <p:cNvSpPr/>
          <p:nvPr/>
        </p:nvSpPr>
        <p:spPr>
          <a:xfrm>
            <a:off x="172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Rectangle 275"/>
          <p:cNvSpPr/>
          <p:nvPr/>
        </p:nvSpPr>
        <p:spPr>
          <a:xfrm>
            <a:off x="208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2448000" y="226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Rectangle 277"/>
          <p:cNvSpPr/>
          <p:nvPr/>
        </p:nvSpPr>
        <p:spPr>
          <a:xfrm>
            <a:off x="64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Rectangle 278"/>
          <p:cNvSpPr/>
          <p:nvPr/>
        </p:nvSpPr>
        <p:spPr>
          <a:xfrm>
            <a:off x="648000" y="262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 279"/>
          <p:cNvSpPr/>
          <p:nvPr/>
        </p:nvSpPr>
        <p:spPr>
          <a:xfrm>
            <a:off x="1008000" y="2628360"/>
            <a:ext cx="359640" cy="359640"/>
          </a:xfrm>
          <a:prstGeom prst="rect">
            <a:avLst/>
          </a:prstGeom>
          <a:solidFill>
            <a:srgbClr val="35526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1368000" y="2628360"/>
            <a:ext cx="359640" cy="359640"/>
          </a:xfrm>
          <a:prstGeom prst="rect">
            <a:avLst/>
          </a:prstGeom>
          <a:solidFill>
            <a:srgbClr val="35526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ectangle 281"/>
          <p:cNvSpPr/>
          <p:nvPr/>
        </p:nvSpPr>
        <p:spPr>
          <a:xfrm>
            <a:off x="172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ectangle 282"/>
          <p:cNvSpPr/>
          <p:nvPr/>
        </p:nvSpPr>
        <p:spPr>
          <a:xfrm>
            <a:off x="208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2448000" y="262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ectangle 284"/>
          <p:cNvSpPr/>
          <p:nvPr/>
        </p:nvSpPr>
        <p:spPr>
          <a:xfrm>
            <a:off x="64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648000" y="298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1008000" y="298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1368000" y="2988360"/>
            <a:ext cx="359640" cy="359640"/>
          </a:xfrm>
          <a:prstGeom prst="rect">
            <a:avLst/>
          </a:prstGeom>
          <a:solidFill>
            <a:srgbClr val="861141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172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208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Rectangle 290"/>
          <p:cNvSpPr/>
          <p:nvPr/>
        </p:nvSpPr>
        <p:spPr>
          <a:xfrm>
            <a:off x="2448000" y="2988360"/>
            <a:ext cx="359640" cy="3596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Rectangle 291"/>
          <p:cNvSpPr/>
          <p:nvPr/>
        </p:nvSpPr>
        <p:spPr>
          <a:xfrm>
            <a:off x="4500000" y="19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 292"/>
          <p:cNvSpPr/>
          <p:nvPr/>
        </p:nvSpPr>
        <p:spPr>
          <a:xfrm>
            <a:off x="4860000" y="19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 293"/>
          <p:cNvSpPr/>
          <p:nvPr/>
        </p:nvSpPr>
        <p:spPr>
          <a:xfrm>
            <a:off x="4500000" y="154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426960" y="1260000"/>
            <a:ext cx="274104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Zone pavée pour l’instant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442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 296"/>
          <p:cNvSpPr/>
          <p:nvPr/>
        </p:nvSpPr>
        <p:spPr>
          <a:xfrm>
            <a:off x="478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297"/>
          <p:cNvSpPr/>
          <p:nvPr/>
        </p:nvSpPr>
        <p:spPr>
          <a:xfrm>
            <a:off x="478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 298"/>
          <p:cNvSpPr/>
          <p:nvPr/>
        </p:nvSpPr>
        <p:spPr>
          <a:xfrm>
            <a:off x="406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 299"/>
          <p:cNvSpPr/>
          <p:nvPr/>
        </p:nvSpPr>
        <p:spPr>
          <a:xfrm>
            <a:off x="4788000" y="280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ectangle 300"/>
          <p:cNvSpPr/>
          <p:nvPr/>
        </p:nvSpPr>
        <p:spPr>
          <a:xfrm>
            <a:off x="4788000" y="3168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traight Connector 301"/>
          <p:cNvSpPr/>
          <p:nvPr/>
        </p:nvSpPr>
        <p:spPr>
          <a:xfrm>
            <a:off x="648000" y="2628360"/>
            <a:ext cx="359640" cy="3600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traight Connector 302"/>
          <p:cNvSpPr/>
          <p:nvPr/>
        </p:nvSpPr>
        <p:spPr>
          <a:xfrm flipH="1">
            <a:off x="648000" y="2628000"/>
            <a:ext cx="359640" cy="36036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540000" y="3317760"/>
            <a:ext cx="2666520" cy="85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Impossible de paver le 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target avec le deuxième </a:t>
            </a:r>
          </a:p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polyomino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672000" y="17416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672360" y="29656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" name="Google Shape;1005;p 2">
            <a:extLst>
              <a:ext uri="{FF2B5EF4-FFF2-40B4-BE49-F238E27FC236}">
                <a16:creationId xmlns:a16="http://schemas.microsoft.com/office/drawing/2014/main" id="{6AE001CD-230D-5453-59FC-19874AD04FF7}"/>
              </a:ext>
            </a:extLst>
          </p:cNvPr>
          <p:cNvSpPr txBox="1"/>
          <p:nvPr/>
        </p:nvSpPr>
        <p:spPr>
          <a:xfrm>
            <a:off x="1707297" y="138420"/>
            <a:ext cx="5665960" cy="82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3500" b="0" strike="noStrike" spc="-1" dirty="0">
                <a:solidFill>
                  <a:srgbClr val="FFFF00"/>
                </a:solidFill>
                <a:latin typeface="Press Start 2P"/>
                <a:ea typeface="Press Start 2P"/>
              </a:rPr>
              <a:t>2 DIMENSIONS</a:t>
            </a:r>
            <a:endParaRPr lang="fr-FR" sz="35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"/>
          <p:cNvSpPr txBox="1">
            <a:spLocks noGrp="1"/>
          </p:cNvSpPr>
          <p:nvPr>
            <p:ph type="title"/>
          </p:nvPr>
        </p:nvSpPr>
        <p:spPr>
          <a:xfrm>
            <a:off x="717450" y="376056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EN IMAGE !!!</a:t>
            </a:r>
            <a:endParaRPr/>
          </a:p>
        </p:txBody>
      </p:sp>
      <p:sp>
        <p:nvSpPr>
          <p:cNvPr id="1021" name="Google Shape;1021;p8"/>
          <p:cNvSpPr txBox="1"/>
          <p:nvPr/>
        </p:nvSpPr>
        <p:spPr>
          <a:xfrm>
            <a:off x="181596" y="1229870"/>
            <a:ext cx="2031112" cy="114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800" b="0" i="0" u="none" strike="noStrike" cap="none">
                <a:solidFill>
                  <a:schemeClr val="lt1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Paver avec deux polyominos</a:t>
            </a:r>
            <a:endParaRPr sz="1800" b="0" i="0" u="none" strike="noStrike" cap="none">
              <a:solidFill>
                <a:schemeClr val="lt1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pic>
        <p:nvPicPr>
          <p:cNvPr id="1022" name="Google Shape;1022;p8" descr="A red line graph with number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460" y="912437"/>
            <a:ext cx="3276080" cy="331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9"/>
          <p:cNvSpPr txBox="1">
            <a:spLocks noGrp="1"/>
          </p:cNvSpPr>
          <p:nvPr>
            <p:ph type="subTitle" idx="3"/>
          </p:nvPr>
        </p:nvSpPr>
        <p:spPr>
          <a:xfrm>
            <a:off x="1057697" y="3411348"/>
            <a:ext cx="189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Glouton et backtracking!</a:t>
            </a:r>
            <a:endParaRPr/>
          </a:p>
        </p:txBody>
      </p:sp>
      <p:sp>
        <p:nvSpPr>
          <p:cNvPr id="1028" name="Google Shape;1028;p9"/>
          <p:cNvSpPr txBox="1">
            <a:spLocks noGrp="1"/>
          </p:cNvSpPr>
          <p:nvPr>
            <p:ph type="subTitle" idx="2"/>
          </p:nvPr>
        </p:nvSpPr>
        <p:spPr>
          <a:xfrm>
            <a:off x="3622500" y="3331100"/>
            <a:ext cx="189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Target et backtracking!</a:t>
            </a:r>
            <a:endParaRPr/>
          </a:p>
        </p:txBody>
      </p:sp>
      <p:sp>
        <p:nvSpPr>
          <p:cNvPr id="1029" name="Google Shape;1029;p9"/>
          <p:cNvSpPr txBox="1">
            <a:spLocks noGrp="1"/>
          </p:cNvSpPr>
          <p:nvPr>
            <p:ph type="subTitle" idx="1"/>
          </p:nvPr>
        </p:nvSpPr>
        <p:spPr>
          <a:xfrm>
            <a:off x="6187303" y="3331100"/>
            <a:ext cx="189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peut l’imaginer…</a:t>
            </a:r>
            <a:endParaRPr/>
          </a:p>
        </p:txBody>
      </p:sp>
      <p:sp>
        <p:nvSpPr>
          <p:cNvPr id="1030" name="Google Shape;1030;p9"/>
          <p:cNvSpPr txBox="1">
            <a:spLocks noGrp="1"/>
          </p:cNvSpPr>
          <p:nvPr>
            <p:ph type="subTitle" idx="4"/>
          </p:nvPr>
        </p:nvSpPr>
        <p:spPr>
          <a:xfrm>
            <a:off x="1057697" y="2949800"/>
            <a:ext cx="1899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1 dimension</a:t>
            </a:r>
            <a:endParaRPr/>
          </a:p>
        </p:txBody>
      </p:sp>
      <p:sp>
        <p:nvSpPr>
          <p:cNvPr id="1031" name="Google Shape;1031;p9"/>
          <p:cNvSpPr txBox="1">
            <a:spLocks noGrp="1"/>
          </p:cNvSpPr>
          <p:nvPr>
            <p:ph type="subTitle" idx="5"/>
          </p:nvPr>
        </p:nvSpPr>
        <p:spPr>
          <a:xfrm>
            <a:off x="3622500" y="2949850"/>
            <a:ext cx="1899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2 dimension</a:t>
            </a:r>
            <a:endParaRPr/>
          </a:p>
        </p:txBody>
      </p:sp>
      <p:sp>
        <p:nvSpPr>
          <p:cNvPr id="1032" name="Google Shape;1032;p9"/>
          <p:cNvSpPr txBox="1">
            <a:spLocks noGrp="1"/>
          </p:cNvSpPr>
          <p:nvPr>
            <p:ph type="subTitle" idx="6"/>
          </p:nvPr>
        </p:nvSpPr>
        <p:spPr>
          <a:xfrm>
            <a:off x="6187303" y="2949850"/>
            <a:ext cx="1899000" cy="461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&gt; 2 dimension</a:t>
            </a:r>
            <a:endParaRPr/>
          </a:p>
        </p:txBody>
      </p:sp>
      <p:sp>
        <p:nvSpPr>
          <p:cNvPr id="1033" name="Google Shape;1033;p9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Donc nous pouvons paver…</a:t>
            </a:r>
            <a:endParaRPr/>
          </a:p>
        </p:txBody>
      </p:sp>
      <p:grpSp>
        <p:nvGrpSpPr>
          <p:cNvPr id="1034" name="Google Shape;1034;p9"/>
          <p:cNvGrpSpPr/>
          <p:nvPr/>
        </p:nvGrpSpPr>
        <p:grpSpPr>
          <a:xfrm>
            <a:off x="1533069" y="1830104"/>
            <a:ext cx="948255" cy="948787"/>
            <a:chOff x="1192250" y="238125"/>
            <a:chExt cx="5215925" cy="5218850"/>
          </a:xfrm>
        </p:grpSpPr>
        <p:sp>
          <p:nvSpPr>
            <p:cNvPr id="1035" name="Google Shape;1035;p9"/>
            <p:cNvSpPr/>
            <p:nvPr/>
          </p:nvSpPr>
          <p:spPr>
            <a:xfrm>
              <a:off x="3146575" y="1031600"/>
              <a:ext cx="3261600" cy="2384750"/>
            </a:xfrm>
            <a:custGeom>
              <a:avLst/>
              <a:gdLst/>
              <a:ahLst/>
              <a:cxnLst/>
              <a:rect l="l" t="t" r="r" b="b"/>
              <a:pathLst>
                <a:path w="130464" h="95390" extrusionOk="0">
                  <a:moveTo>
                    <a:pt x="96441" y="0"/>
                  </a:moveTo>
                  <a:cubicBezTo>
                    <a:pt x="88286" y="0"/>
                    <a:pt x="80392" y="2936"/>
                    <a:pt x="74195" y="8286"/>
                  </a:cubicBezTo>
                  <a:lnTo>
                    <a:pt x="15087" y="59401"/>
                  </a:lnTo>
                  <a:cubicBezTo>
                    <a:pt x="1" y="72402"/>
                    <a:pt x="10919" y="95389"/>
                    <a:pt x="28111" y="95389"/>
                  </a:cubicBezTo>
                  <a:cubicBezTo>
                    <a:pt x="30545" y="95389"/>
                    <a:pt x="33106" y="94928"/>
                    <a:pt x="35736" y="93913"/>
                  </a:cubicBezTo>
                  <a:lnTo>
                    <a:pt x="108674" y="65762"/>
                  </a:lnTo>
                  <a:cubicBezTo>
                    <a:pt x="121722" y="60738"/>
                    <a:pt x="130464" y="47984"/>
                    <a:pt x="130464" y="34023"/>
                  </a:cubicBezTo>
                  <a:cubicBezTo>
                    <a:pt x="130464" y="15266"/>
                    <a:pt x="115198" y="0"/>
                    <a:pt x="96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9"/>
            <p:cNvSpPr/>
            <p:nvPr/>
          </p:nvSpPr>
          <p:spPr>
            <a:xfrm>
              <a:off x="1192250" y="3072775"/>
              <a:ext cx="3260700" cy="2384200"/>
            </a:xfrm>
            <a:custGeom>
              <a:avLst/>
              <a:gdLst/>
              <a:ahLst/>
              <a:cxnLst/>
              <a:rect l="l" t="t" r="r" b="b"/>
              <a:pathLst>
                <a:path w="130428" h="95368" extrusionOk="0">
                  <a:moveTo>
                    <a:pt x="34023" y="1"/>
                  </a:moveTo>
                  <a:cubicBezTo>
                    <a:pt x="15266" y="1"/>
                    <a:pt x="0" y="15267"/>
                    <a:pt x="0" y="34023"/>
                  </a:cubicBezTo>
                  <a:cubicBezTo>
                    <a:pt x="0" y="47984"/>
                    <a:pt x="8742" y="60739"/>
                    <a:pt x="21790" y="65762"/>
                  </a:cubicBezTo>
                  <a:lnTo>
                    <a:pt x="94728" y="93881"/>
                  </a:lnTo>
                  <a:cubicBezTo>
                    <a:pt x="97375" y="94904"/>
                    <a:pt x="99950" y="95368"/>
                    <a:pt x="102395" y="95368"/>
                  </a:cubicBezTo>
                  <a:cubicBezTo>
                    <a:pt x="119598" y="95368"/>
                    <a:pt x="130428" y="72396"/>
                    <a:pt x="115377" y="59401"/>
                  </a:cubicBezTo>
                  <a:lnTo>
                    <a:pt x="56237" y="8286"/>
                  </a:lnTo>
                  <a:cubicBezTo>
                    <a:pt x="50072" y="2936"/>
                    <a:pt x="42178" y="1"/>
                    <a:pt x="34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9"/>
            <p:cNvSpPr/>
            <p:nvPr/>
          </p:nvSpPr>
          <p:spPr>
            <a:xfrm>
              <a:off x="1872375" y="3752900"/>
              <a:ext cx="340075" cy="340900"/>
            </a:xfrm>
            <a:custGeom>
              <a:avLst/>
              <a:gdLst/>
              <a:ahLst/>
              <a:cxnLst/>
              <a:rect l="l" t="t" r="r" b="b"/>
              <a:pathLst>
                <a:path w="13603" h="13636" extrusionOk="0">
                  <a:moveTo>
                    <a:pt x="6818" y="1"/>
                  </a:moveTo>
                  <a:cubicBezTo>
                    <a:pt x="3066" y="1"/>
                    <a:pt x="0" y="3067"/>
                    <a:pt x="0" y="6818"/>
                  </a:cubicBezTo>
                  <a:cubicBezTo>
                    <a:pt x="0" y="10569"/>
                    <a:pt x="3066" y="13636"/>
                    <a:pt x="6818" y="13636"/>
                  </a:cubicBezTo>
                  <a:cubicBezTo>
                    <a:pt x="10569" y="13636"/>
                    <a:pt x="13603" y="10569"/>
                    <a:pt x="13603" y="6818"/>
                  </a:cubicBezTo>
                  <a:cubicBezTo>
                    <a:pt x="13603" y="3067"/>
                    <a:pt x="10569" y="1"/>
                    <a:pt x="68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9"/>
            <p:cNvSpPr/>
            <p:nvPr/>
          </p:nvSpPr>
          <p:spPr>
            <a:xfrm>
              <a:off x="5387975" y="1712525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6785" y="1"/>
                  </a:moveTo>
                  <a:cubicBezTo>
                    <a:pt x="3034" y="1"/>
                    <a:pt x="0" y="3034"/>
                    <a:pt x="0" y="6786"/>
                  </a:cubicBezTo>
                  <a:cubicBezTo>
                    <a:pt x="0" y="10537"/>
                    <a:pt x="3034" y="13603"/>
                    <a:pt x="6785" y="13603"/>
                  </a:cubicBezTo>
                  <a:cubicBezTo>
                    <a:pt x="10537" y="13603"/>
                    <a:pt x="13603" y="10537"/>
                    <a:pt x="13603" y="6786"/>
                  </a:cubicBezTo>
                  <a:cubicBezTo>
                    <a:pt x="13603" y="3034"/>
                    <a:pt x="10537" y="1"/>
                    <a:pt x="6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9"/>
            <p:cNvSpPr/>
            <p:nvPr/>
          </p:nvSpPr>
          <p:spPr>
            <a:xfrm>
              <a:off x="2212425" y="238125"/>
              <a:ext cx="1701150" cy="1701150"/>
            </a:xfrm>
            <a:custGeom>
              <a:avLst/>
              <a:gdLst/>
              <a:ahLst/>
              <a:cxnLst/>
              <a:rect l="l" t="t" r="r" b="b"/>
              <a:pathLst>
                <a:path w="68046" h="68046" extrusionOk="0">
                  <a:moveTo>
                    <a:pt x="34023" y="0"/>
                  </a:moveTo>
                  <a:cubicBezTo>
                    <a:pt x="15267" y="0"/>
                    <a:pt x="1" y="15266"/>
                    <a:pt x="1" y="34023"/>
                  </a:cubicBezTo>
                  <a:cubicBezTo>
                    <a:pt x="1" y="52779"/>
                    <a:pt x="15267" y="68045"/>
                    <a:pt x="34023" y="68045"/>
                  </a:cubicBezTo>
                  <a:cubicBezTo>
                    <a:pt x="52780" y="68045"/>
                    <a:pt x="68046" y="52779"/>
                    <a:pt x="68046" y="34023"/>
                  </a:cubicBezTo>
                  <a:cubicBezTo>
                    <a:pt x="68046" y="15266"/>
                    <a:pt x="52780" y="0"/>
                    <a:pt x="340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9"/>
            <p:cNvSpPr/>
            <p:nvPr/>
          </p:nvSpPr>
          <p:spPr>
            <a:xfrm>
              <a:off x="3063000" y="238125"/>
              <a:ext cx="850575" cy="1701150"/>
            </a:xfrm>
            <a:custGeom>
              <a:avLst/>
              <a:gdLst/>
              <a:ahLst/>
              <a:cxnLst/>
              <a:rect l="l" t="t" r="r" b="b"/>
              <a:pathLst>
                <a:path w="34023" h="68046" extrusionOk="0">
                  <a:moveTo>
                    <a:pt x="0" y="0"/>
                  </a:moveTo>
                  <a:lnTo>
                    <a:pt x="0" y="68045"/>
                  </a:lnTo>
                  <a:cubicBezTo>
                    <a:pt x="18757" y="68045"/>
                    <a:pt x="34023" y="52779"/>
                    <a:pt x="34023" y="34023"/>
                  </a:cubicBezTo>
                  <a:cubicBezTo>
                    <a:pt x="34023" y="15266"/>
                    <a:pt x="18757" y="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Google Shape;1041;p9"/>
          <p:cNvGrpSpPr/>
          <p:nvPr/>
        </p:nvGrpSpPr>
        <p:grpSpPr>
          <a:xfrm>
            <a:off x="4065839" y="1933312"/>
            <a:ext cx="1012323" cy="742370"/>
            <a:chOff x="1188975" y="934225"/>
            <a:chExt cx="5220850" cy="3826650"/>
          </a:xfrm>
        </p:grpSpPr>
        <p:sp>
          <p:nvSpPr>
            <p:cNvPr id="1042" name="Google Shape;1042;p9"/>
            <p:cNvSpPr/>
            <p:nvPr/>
          </p:nvSpPr>
          <p:spPr>
            <a:xfrm>
              <a:off x="1188975" y="934550"/>
              <a:ext cx="5220850" cy="3826325"/>
            </a:xfrm>
            <a:custGeom>
              <a:avLst/>
              <a:gdLst/>
              <a:ahLst/>
              <a:cxnLst/>
              <a:rect l="l" t="t" r="r" b="b"/>
              <a:pathLst>
                <a:path w="208834" h="153053" extrusionOk="0">
                  <a:moveTo>
                    <a:pt x="104450" y="0"/>
                  </a:moveTo>
                  <a:cubicBezTo>
                    <a:pt x="102134" y="0"/>
                    <a:pt x="99785" y="98"/>
                    <a:pt x="97469" y="229"/>
                  </a:cubicBezTo>
                  <a:cubicBezTo>
                    <a:pt x="94566" y="359"/>
                    <a:pt x="91630" y="685"/>
                    <a:pt x="88662" y="1109"/>
                  </a:cubicBezTo>
                  <a:cubicBezTo>
                    <a:pt x="68763" y="3980"/>
                    <a:pt x="50431" y="12853"/>
                    <a:pt x="35687" y="25737"/>
                  </a:cubicBezTo>
                  <a:cubicBezTo>
                    <a:pt x="32164" y="28771"/>
                    <a:pt x="28869" y="32066"/>
                    <a:pt x="25803" y="35523"/>
                  </a:cubicBezTo>
                  <a:cubicBezTo>
                    <a:pt x="15593" y="47136"/>
                    <a:pt x="7895" y="60967"/>
                    <a:pt x="3817" y="76135"/>
                  </a:cubicBezTo>
                  <a:cubicBezTo>
                    <a:pt x="1893" y="83148"/>
                    <a:pt x="751" y="90227"/>
                    <a:pt x="262" y="97371"/>
                  </a:cubicBezTo>
                  <a:cubicBezTo>
                    <a:pt x="1" y="102035"/>
                    <a:pt x="1" y="106667"/>
                    <a:pt x="262" y="111299"/>
                  </a:cubicBezTo>
                  <a:cubicBezTo>
                    <a:pt x="1142" y="124380"/>
                    <a:pt x="4437" y="137232"/>
                    <a:pt x="10113" y="149106"/>
                  </a:cubicBezTo>
                  <a:cubicBezTo>
                    <a:pt x="11287" y="151520"/>
                    <a:pt x="13668" y="153053"/>
                    <a:pt x="16376" y="153053"/>
                  </a:cubicBezTo>
                  <a:lnTo>
                    <a:pt x="192491" y="153053"/>
                  </a:lnTo>
                  <a:cubicBezTo>
                    <a:pt x="195198" y="153053"/>
                    <a:pt x="197612" y="151520"/>
                    <a:pt x="198754" y="149106"/>
                  </a:cubicBezTo>
                  <a:cubicBezTo>
                    <a:pt x="204364" y="137395"/>
                    <a:pt x="207724" y="124445"/>
                    <a:pt x="208540" y="111299"/>
                  </a:cubicBezTo>
                  <a:cubicBezTo>
                    <a:pt x="208735" y="108983"/>
                    <a:pt x="208833" y="106667"/>
                    <a:pt x="208833" y="104351"/>
                  </a:cubicBezTo>
                  <a:cubicBezTo>
                    <a:pt x="208833" y="102068"/>
                    <a:pt x="208735" y="99785"/>
                    <a:pt x="208605" y="97566"/>
                  </a:cubicBezTo>
                  <a:lnTo>
                    <a:pt x="208605" y="97371"/>
                  </a:lnTo>
                  <a:cubicBezTo>
                    <a:pt x="207072" y="74472"/>
                    <a:pt x="198069" y="52812"/>
                    <a:pt x="182998" y="35621"/>
                  </a:cubicBezTo>
                  <a:cubicBezTo>
                    <a:pt x="179965" y="32164"/>
                    <a:pt x="176670" y="28869"/>
                    <a:pt x="173147" y="25803"/>
                  </a:cubicBezTo>
                  <a:cubicBezTo>
                    <a:pt x="173017" y="25640"/>
                    <a:pt x="172821" y="25476"/>
                    <a:pt x="172658" y="25313"/>
                  </a:cubicBezTo>
                  <a:cubicBezTo>
                    <a:pt x="155434" y="10439"/>
                    <a:pt x="133905" y="1762"/>
                    <a:pt x="111398" y="261"/>
                  </a:cubicBezTo>
                  <a:cubicBezTo>
                    <a:pt x="109082" y="98"/>
                    <a:pt x="106766" y="0"/>
                    <a:pt x="1044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3800200" y="934550"/>
              <a:ext cx="2609625" cy="3826325"/>
            </a:xfrm>
            <a:custGeom>
              <a:avLst/>
              <a:gdLst/>
              <a:ahLst/>
              <a:cxnLst/>
              <a:rect l="l" t="t" r="r" b="b"/>
              <a:pathLst>
                <a:path w="104385" h="153053" extrusionOk="0">
                  <a:moveTo>
                    <a:pt x="1" y="0"/>
                  </a:moveTo>
                  <a:lnTo>
                    <a:pt x="1" y="153053"/>
                  </a:lnTo>
                  <a:lnTo>
                    <a:pt x="88042" y="153053"/>
                  </a:lnTo>
                  <a:cubicBezTo>
                    <a:pt x="90749" y="153053"/>
                    <a:pt x="93163" y="151520"/>
                    <a:pt x="94305" y="149106"/>
                  </a:cubicBezTo>
                  <a:cubicBezTo>
                    <a:pt x="99915" y="137395"/>
                    <a:pt x="103275" y="124445"/>
                    <a:pt x="104091" y="111299"/>
                  </a:cubicBezTo>
                  <a:cubicBezTo>
                    <a:pt x="104286" y="108983"/>
                    <a:pt x="104384" y="106667"/>
                    <a:pt x="104384" y="104351"/>
                  </a:cubicBezTo>
                  <a:cubicBezTo>
                    <a:pt x="104384" y="102068"/>
                    <a:pt x="104286" y="99785"/>
                    <a:pt x="104156" y="97566"/>
                  </a:cubicBezTo>
                  <a:lnTo>
                    <a:pt x="104156" y="97371"/>
                  </a:lnTo>
                  <a:cubicBezTo>
                    <a:pt x="102623" y="74472"/>
                    <a:pt x="93620" y="52812"/>
                    <a:pt x="78549" y="35621"/>
                  </a:cubicBezTo>
                  <a:cubicBezTo>
                    <a:pt x="75516" y="32164"/>
                    <a:pt x="72221" y="28869"/>
                    <a:pt x="68698" y="25803"/>
                  </a:cubicBezTo>
                  <a:cubicBezTo>
                    <a:pt x="68568" y="25640"/>
                    <a:pt x="68372" y="25476"/>
                    <a:pt x="68209" y="25346"/>
                  </a:cubicBezTo>
                  <a:cubicBezTo>
                    <a:pt x="50985" y="10439"/>
                    <a:pt x="29456" y="1762"/>
                    <a:pt x="6949" y="261"/>
                  </a:cubicBezTo>
                  <a:cubicBezTo>
                    <a:pt x="4633" y="98"/>
                    <a:pt x="2317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9"/>
            <p:cNvSpPr/>
            <p:nvPr/>
          </p:nvSpPr>
          <p:spPr>
            <a:xfrm>
              <a:off x="3625675" y="934225"/>
              <a:ext cx="348250" cy="695150"/>
            </a:xfrm>
            <a:custGeom>
              <a:avLst/>
              <a:gdLst/>
              <a:ahLst/>
              <a:cxnLst/>
              <a:rect l="l" t="t" r="r" b="b"/>
              <a:pathLst>
                <a:path w="13930" h="27806" extrusionOk="0">
                  <a:moveTo>
                    <a:pt x="6836" y="1"/>
                  </a:moveTo>
                  <a:cubicBezTo>
                    <a:pt x="4571" y="1"/>
                    <a:pt x="2294" y="82"/>
                    <a:pt x="1" y="242"/>
                  </a:cubicBezTo>
                  <a:lnTo>
                    <a:pt x="1" y="20857"/>
                  </a:lnTo>
                  <a:cubicBezTo>
                    <a:pt x="1" y="24707"/>
                    <a:pt x="3132" y="27805"/>
                    <a:pt x="6982" y="27805"/>
                  </a:cubicBezTo>
                  <a:cubicBezTo>
                    <a:pt x="10831" y="27805"/>
                    <a:pt x="13930" y="24707"/>
                    <a:pt x="13930" y="20857"/>
                  </a:cubicBezTo>
                  <a:lnTo>
                    <a:pt x="13930" y="274"/>
                  </a:lnTo>
                  <a:cubicBezTo>
                    <a:pt x="11575" y="91"/>
                    <a:pt x="9212" y="1"/>
                    <a:pt x="6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9"/>
            <p:cNvSpPr/>
            <p:nvPr/>
          </p:nvSpPr>
          <p:spPr>
            <a:xfrm>
              <a:off x="1834050" y="1577975"/>
              <a:ext cx="680950" cy="663225"/>
            </a:xfrm>
            <a:custGeom>
              <a:avLst/>
              <a:gdLst/>
              <a:ahLst/>
              <a:cxnLst/>
              <a:rect l="l" t="t" r="r" b="b"/>
              <a:pathLst>
                <a:path w="27238" h="26529" extrusionOk="0">
                  <a:moveTo>
                    <a:pt x="9884" y="0"/>
                  </a:moveTo>
                  <a:cubicBezTo>
                    <a:pt x="6361" y="3034"/>
                    <a:pt x="3066" y="6329"/>
                    <a:pt x="0" y="9786"/>
                  </a:cubicBezTo>
                  <a:lnTo>
                    <a:pt x="14712" y="24498"/>
                  </a:lnTo>
                  <a:cubicBezTo>
                    <a:pt x="16049" y="25852"/>
                    <a:pt x="17819" y="26529"/>
                    <a:pt x="19596" y="26529"/>
                  </a:cubicBezTo>
                  <a:cubicBezTo>
                    <a:pt x="21374" y="26529"/>
                    <a:pt x="23160" y="25852"/>
                    <a:pt x="24530" y="24498"/>
                  </a:cubicBezTo>
                  <a:cubicBezTo>
                    <a:pt x="27238" y="21758"/>
                    <a:pt x="27238" y="17354"/>
                    <a:pt x="24530" y="14679"/>
                  </a:cubicBezTo>
                  <a:lnTo>
                    <a:pt x="98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1195500" y="3368800"/>
              <a:ext cx="740500" cy="348250"/>
            </a:xfrm>
            <a:custGeom>
              <a:avLst/>
              <a:gdLst/>
              <a:ahLst/>
              <a:cxnLst/>
              <a:rect l="l" t="t" r="r" b="b"/>
              <a:pathLst>
                <a:path w="29620" h="13930" extrusionOk="0">
                  <a:moveTo>
                    <a:pt x="1" y="1"/>
                  </a:moveTo>
                  <a:lnTo>
                    <a:pt x="1" y="13929"/>
                  </a:lnTo>
                  <a:lnTo>
                    <a:pt x="22672" y="13929"/>
                  </a:lnTo>
                  <a:cubicBezTo>
                    <a:pt x="26521" y="13929"/>
                    <a:pt x="29620" y="10830"/>
                    <a:pt x="29620" y="6981"/>
                  </a:cubicBezTo>
                  <a:cubicBezTo>
                    <a:pt x="29620" y="3132"/>
                    <a:pt x="26521" y="1"/>
                    <a:pt x="226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5714175" y="3368800"/>
              <a:ext cx="689925" cy="348250"/>
            </a:xfrm>
            <a:custGeom>
              <a:avLst/>
              <a:gdLst/>
              <a:ahLst/>
              <a:cxnLst/>
              <a:rect l="l" t="t" r="r" b="b"/>
              <a:pathLst>
                <a:path w="27597" h="13930" extrusionOk="0">
                  <a:moveTo>
                    <a:pt x="6948" y="1"/>
                  </a:moveTo>
                  <a:cubicBezTo>
                    <a:pt x="3099" y="1"/>
                    <a:pt x="0" y="3132"/>
                    <a:pt x="0" y="6981"/>
                  </a:cubicBezTo>
                  <a:cubicBezTo>
                    <a:pt x="0" y="10830"/>
                    <a:pt x="3099" y="13929"/>
                    <a:pt x="6948" y="13929"/>
                  </a:cubicBezTo>
                  <a:lnTo>
                    <a:pt x="27532" y="13929"/>
                  </a:lnTo>
                  <a:lnTo>
                    <a:pt x="27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5085425" y="1579600"/>
              <a:ext cx="678525" cy="661600"/>
            </a:xfrm>
            <a:custGeom>
              <a:avLst/>
              <a:gdLst/>
              <a:ahLst/>
              <a:cxnLst/>
              <a:rect l="l" t="t" r="r" b="b"/>
              <a:pathLst>
                <a:path w="27141" h="26464" extrusionOk="0">
                  <a:moveTo>
                    <a:pt x="17289" y="1"/>
                  </a:moveTo>
                  <a:lnTo>
                    <a:pt x="2675" y="14614"/>
                  </a:lnTo>
                  <a:cubicBezTo>
                    <a:pt x="0" y="17289"/>
                    <a:pt x="0" y="21693"/>
                    <a:pt x="2675" y="24433"/>
                  </a:cubicBezTo>
                  <a:cubicBezTo>
                    <a:pt x="4045" y="25787"/>
                    <a:pt x="5831" y="26464"/>
                    <a:pt x="7613" y="26464"/>
                  </a:cubicBezTo>
                  <a:cubicBezTo>
                    <a:pt x="9395" y="26464"/>
                    <a:pt x="11173" y="25787"/>
                    <a:pt x="12527" y="24433"/>
                  </a:cubicBezTo>
                  <a:lnTo>
                    <a:pt x="27140" y="9819"/>
                  </a:lnTo>
                  <a:cubicBezTo>
                    <a:pt x="24107" y="6362"/>
                    <a:pt x="20812" y="3067"/>
                    <a:pt x="17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2233625" y="1977575"/>
              <a:ext cx="2673225" cy="2087700"/>
            </a:xfrm>
            <a:custGeom>
              <a:avLst/>
              <a:gdLst/>
              <a:ahLst/>
              <a:cxnLst/>
              <a:rect l="l" t="t" r="r" b="b"/>
              <a:pathLst>
                <a:path w="106929" h="83508" extrusionOk="0">
                  <a:moveTo>
                    <a:pt x="62664" y="0"/>
                  </a:moveTo>
                  <a:cubicBezTo>
                    <a:pt x="28119" y="0"/>
                    <a:pt x="1" y="28086"/>
                    <a:pt x="1" y="62630"/>
                  </a:cubicBezTo>
                  <a:cubicBezTo>
                    <a:pt x="1" y="67915"/>
                    <a:pt x="686" y="73199"/>
                    <a:pt x="1991" y="78288"/>
                  </a:cubicBezTo>
                  <a:cubicBezTo>
                    <a:pt x="2787" y="81418"/>
                    <a:pt x="5616" y="83508"/>
                    <a:pt x="8710" y="83508"/>
                  </a:cubicBezTo>
                  <a:cubicBezTo>
                    <a:pt x="9292" y="83508"/>
                    <a:pt x="9883" y="83434"/>
                    <a:pt x="10472" y="83279"/>
                  </a:cubicBezTo>
                  <a:cubicBezTo>
                    <a:pt x="14190" y="82333"/>
                    <a:pt x="16441" y="78516"/>
                    <a:pt x="15463" y="74798"/>
                  </a:cubicBezTo>
                  <a:cubicBezTo>
                    <a:pt x="14451" y="70851"/>
                    <a:pt x="13929" y="66773"/>
                    <a:pt x="13929" y="62630"/>
                  </a:cubicBezTo>
                  <a:cubicBezTo>
                    <a:pt x="13929" y="35752"/>
                    <a:pt x="35785" y="13896"/>
                    <a:pt x="62664" y="13896"/>
                  </a:cubicBezTo>
                  <a:cubicBezTo>
                    <a:pt x="76070" y="13896"/>
                    <a:pt x="88270" y="19376"/>
                    <a:pt x="97078" y="28184"/>
                  </a:cubicBezTo>
                  <a:lnTo>
                    <a:pt x="106733" y="18561"/>
                  </a:lnTo>
                  <a:lnTo>
                    <a:pt x="106929" y="18365"/>
                  </a:lnTo>
                  <a:cubicBezTo>
                    <a:pt x="95577" y="7013"/>
                    <a:pt x="79919" y="0"/>
                    <a:pt x="626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3800200" y="1977575"/>
              <a:ext cx="1106650" cy="704600"/>
            </a:xfrm>
            <a:custGeom>
              <a:avLst/>
              <a:gdLst/>
              <a:ahLst/>
              <a:cxnLst/>
              <a:rect l="l" t="t" r="r" b="b"/>
              <a:pathLst>
                <a:path w="44266" h="28184" extrusionOk="0">
                  <a:moveTo>
                    <a:pt x="1" y="0"/>
                  </a:moveTo>
                  <a:lnTo>
                    <a:pt x="1" y="13896"/>
                  </a:lnTo>
                  <a:cubicBezTo>
                    <a:pt x="13407" y="13896"/>
                    <a:pt x="25607" y="19376"/>
                    <a:pt x="34415" y="28184"/>
                  </a:cubicBezTo>
                  <a:lnTo>
                    <a:pt x="44266" y="18365"/>
                  </a:lnTo>
                  <a:cubicBezTo>
                    <a:pt x="32914" y="7013"/>
                    <a:pt x="1725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660550" y="2436700"/>
              <a:ext cx="705425" cy="1628400"/>
            </a:xfrm>
            <a:custGeom>
              <a:avLst/>
              <a:gdLst/>
              <a:ahLst/>
              <a:cxnLst/>
              <a:rect l="l" t="t" r="r" b="b"/>
              <a:pathLst>
                <a:path w="28217" h="65136" extrusionOk="0">
                  <a:moveTo>
                    <a:pt x="9852" y="0"/>
                  </a:moveTo>
                  <a:lnTo>
                    <a:pt x="1" y="9819"/>
                  </a:lnTo>
                  <a:cubicBezTo>
                    <a:pt x="8841" y="18659"/>
                    <a:pt x="14288" y="30826"/>
                    <a:pt x="14288" y="44265"/>
                  </a:cubicBezTo>
                  <a:cubicBezTo>
                    <a:pt x="14288" y="48408"/>
                    <a:pt x="13766" y="52486"/>
                    <a:pt x="12755" y="56433"/>
                  </a:cubicBezTo>
                  <a:cubicBezTo>
                    <a:pt x="11809" y="60151"/>
                    <a:pt x="14027" y="63968"/>
                    <a:pt x="17778" y="64914"/>
                  </a:cubicBezTo>
                  <a:cubicBezTo>
                    <a:pt x="18347" y="65064"/>
                    <a:pt x="18924" y="65136"/>
                    <a:pt x="19495" y="65136"/>
                  </a:cubicBezTo>
                  <a:cubicBezTo>
                    <a:pt x="22525" y="65136"/>
                    <a:pt x="25403" y="63107"/>
                    <a:pt x="26227" y="59923"/>
                  </a:cubicBezTo>
                  <a:cubicBezTo>
                    <a:pt x="27532" y="54834"/>
                    <a:pt x="28217" y="49550"/>
                    <a:pt x="28217" y="44265"/>
                  </a:cubicBezTo>
                  <a:cubicBezTo>
                    <a:pt x="28217" y="26977"/>
                    <a:pt x="21203" y="11319"/>
                    <a:pt x="98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9"/>
            <p:cNvSpPr/>
            <p:nvPr/>
          </p:nvSpPr>
          <p:spPr>
            <a:xfrm>
              <a:off x="3800200" y="934550"/>
              <a:ext cx="173725" cy="694825"/>
            </a:xfrm>
            <a:custGeom>
              <a:avLst/>
              <a:gdLst/>
              <a:ahLst/>
              <a:cxnLst/>
              <a:rect l="l" t="t" r="r" b="b"/>
              <a:pathLst>
                <a:path w="6949" h="27793" extrusionOk="0">
                  <a:moveTo>
                    <a:pt x="1" y="0"/>
                  </a:moveTo>
                  <a:lnTo>
                    <a:pt x="1" y="27792"/>
                  </a:lnTo>
                  <a:cubicBezTo>
                    <a:pt x="3850" y="27792"/>
                    <a:pt x="6949" y="24694"/>
                    <a:pt x="6949" y="20844"/>
                  </a:cubicBezTo>
                  <a:lnTo>
                    <a:pt x="6949" y="261"/>
                  </a:lnTo>
                  <a:cubicBezTo>
                    <a:pt x="4633" y="98"/>
                    <a:pt x="2317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9"/>
            <p:cNvSpPr/>
            <p:nvPr/>
          </p:nvSpPr>
          <p:spPr>
            <a:xfrm>
              <a:off x="3278275" y="3021400"/>
              <a:ext cx="1043875" cy="1043875"/>
            </a:xfrm>
            <a:custGeom>
              <a:avLst/>
              <a:gdLst/>
              <a:ahLst/>
              <a:cxnLst/>
              <a:rect l="l" t="t" r="r" b="b"/>
              <a:pathLst>
                <a:path w="41755" h="41755" extrusionOk="0">
                  <a:moveTo>
                    <a:pt x="20878" y="1"/>
                  </a:moveTo>
                  <a:cubicBezTo>
                    <a:pt x="9363" y="1"/>
                    <a:pt x="1" y="9362"/>
                    <a:pt x="1" y="20877"/>
                  </a:cubicBezTo>
                  <a:cubicBezTo>
                    <a:pt x="1" y="32392"/>
                    <a:pt x="9363" y="41754"/>
                    <a:pt x="20878" y="41754"/>
                  </a:cubicBezTo>
                  <a:cubicBezTo>
                    <a:pt x="32392" y="41754"/>
                    <a:pt x="41754" y="32392"/>
                    <a:pt x="41754" y="20877"/>
                  </a:cubicBezTo>
                  <a:cubicBezTo>
                    <a:pt x="41754" y="9362"/>
                    <a:pt x="32392" y="1"/>
                    <a:pt x="20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3854850" y="2377975"/>
              <a:ext cx="1127025" cy="1093000"/>
            </a:xfrm>
            <a:custGeom>
              <a:avLst/>
              <a:gdLst/>
              <a:ahLst/>
              <a:cxnLst/>
              <a:rect l="l" t="t" r="r" b="b"/>
              <a:pathLst>
                <a:path w="45081" h="43720" extrusionOk="0">
                  <a:moveTo>
                    <a:pt x="37435" y="1"/>
                  </a:moveTo>
                  <a:cubicBezTo>
                    <a:pt x="35654" y="1"/>
                    <a:pt x="33876" y="686"/>
                    <a:pt x="32522" y="2056"/>
                  </a:cubicBezTo>
                  <a:lnTo>
                    <a:pt x="2740" y="31838"/>
                  </a:lnTo>
                  <a:cubicBezTo>
                    <a:pt x="0" y="34578"/>
                    <a:pt x="0" y="38981"/>
                    <a:pt x="2740" y="41689"/>
                  </a:cubicBezTo>
                  <a:cubicBezTo>
                    <a:pt x="4094" y="43042"/>
                    <a:pt x="5872" y="43719"/>
                    <a:pt x="7649" y="43719"/>
                  </a:cubicBezTo>
                  <a:cubicBezTo>
                    <a:pt x="9427" y="43719"/>
                    <a:pt x="11205" y="43042"/>
                    <a:pt x="12559" y="41689"/>
                  </a:cubicBezTo>
                  <a:lnTo>
                    <a:pt x="42373" y="11874"/>
                  </a:lnTo>
                  <a:cubicBezTo>
                    <a:pt x="45081" y="9167"/>
                    <a:pt x="45081" y="4763"/>
                    <a:pt x="42373" y="2056"/>
                  </a:cubicBezTo>
                  <a:cubicBezTo>
                    <a:pt x="41003" y="686"/>
                    <a:pt x="39217" y="1"/>
                    <a:pt x="37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3800200" y="3021400"/>
              <a:ext cx="521950" cy="1043875"/>
            </a:xfrm>
            <a:custGeom>
              <a:avLst/>
              <a:gdLst/>
              <a:ahLst/>
              <a:cxnLst/>
              <a:rect l="l" t="t" r="r" b="b"/>
              <a:pathLst>
                <a:path w="20878" h="41755" extrusionOk="0">
                  <a:moveTo>
                    <a:pt x="1" y="1"/>
                  </a:moveTo>
                  <a:lnTo>
                    <a:pt x="1" y="41754"/>
                  </a:lnTo>
                  <a:cubicBezTo>
                    <a:pt x="11515" y="41754"/>
                    <a:pt x="20877" y="32392"/>
                    <a:pt x="20877" y="20877"/>
                  </a:cubicBezTo>
                  <a:cubicBezTo>
                    <a:pt x="20877" y="9362"/>
                    <a:pt x="11515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6" name="Google Shape;1056;p9"/>
          <p:cNvGrpSpPr/>
          <p:nvPr/>
        </p:nvGrpSpPr>
        <p:grpSpPr>
          <a:xfrm>
            <a:off x="6743649" y="1840772"/>
            <a:ext cx="786309" cy="927452"/>
            <a:chOff x="1587750" y="238125"/>
            <a:chExt cx="4424925" cy="5219200"/>
          </a:xfrm>
        </p:grpSpPr>
        <p:sp>
          <p:nvSpPr>
            <p:cNvPr id="1057" name="Google Shape;1057;p9"/>
            <p:cNvSpPr/>
            <p:nvPr/>
          </p:nvSpPr>
          <p:spPr>
            <a:xfrm>
              <a:off x="1587750" y="238125"/>
              <a:ext cx="4424925" cy="5219200"/>
            </a:xfrm>
            <a:custGeom>
              <a:avLst/>
              <a:gdLst/>
              <a:ahLst/>
              <a:cxnLst/>
              <a:rect l="l" t="t" r="r" b="b"/>
              <a:pathLst>
                <a:path w="176997" h="208768" extrusionOk="0">
                  <a:moveTo>
                    <a:pt x="47658" y="0"/>
                  </a:moveTo>
                  <a:cubicBezTo>
                    <a:pt x="43875" y="0"/>
                    <a:pt x="40841" y="3034"/>
                    <a:pt x="40841" y="6818"/>
                  </a:cubicBezTo>
                  <a:cubicBezTo>
                    <a:pt x="40841" y="17876"/>
                    <a:pt x="25281" y="27238"/>
                    <a:pt x="6818" y="27238"/>
                  </a:cubicBezTo>
                  <a:cubicBezTo>
                    <a:pt x="3035" y="27238"/>
                    <a:pt x="1" y="30271"/>
                    <a:pt x="1" y="34023"/>
                  </a:cubicBezTo>
                  <a:lnTo>
                    <a:pt x="1" y="88628"/>
                  </a:lnTo>
                  <a:cubicBezTo>
                    <a:pt x="1" y="143038"/>
                    <a:pt x="34708" y="191218"/>
                    <a:pt x="86378" y="208408"/>
                  </a:cubicBezTo>
                  <a:cubicBezTo>
                    <a:pt x="87096" y="208637"/>
                    <a:pt x="87781" y="208767"/>
                    <a:pt x="88499" y="208767"/>
                  </a:cubicBezTo>
                  <a:cubicBezTo>
                    <a:pt x="89216" y="208767"/>
                    <a:pt x="89966" y="208637"/>
                    <a:pt x="90619" y="208408"/>
                  </a:cubicBezTo>
                  <a:cubicBezTo>
                    <a:pt x="142289" y="191218"/>
                    <a:pt x="176996" y="143038"/>
                    <a:pt x="176996" y="88628"/>
                  </a:cubicBezTo>
                  <a:lnTo>
                    <a:pt x="176996" y="34023"/>
                  </a:lnTo>
                  <a:cubicBezTo>
                    <a:pt x="176996" y="30271"/>
                    <a:pt x="173963" y="27238"/>
                    <a:pt x="170179" y="27238"/>
                  </a:cubicBezTo>
                  <a:cubicBezTo>
                    <a:pt x="151716" y="27238"/>
                    <a:pt x="136156" y="17876"/>
                    <a:pt x="136156" y="6818"/>
                  </a:cubicBezTo>
                  <a:cubicBezTo>
                    <a:pt x="136156" y="3034"/>
                    <a:pt x="133123" y="0"/>
                    <a:pt x="129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3800200" y="238125"/>
              <a:ext cx="2212475" cy="5219200"/>
            </a:xfrm>
            <a:custGeom>
              <a:avLst/>
              <a:gdLst/>
              <a:ahLst/>
              <a:cxnLst/>
              <a:rect l="l" t="t" r="r" b="b"/>
              <a:pathLst>
                <a:path w="88499" h="208768" extrusionOk="0">
                  <a:moveTo>
                    <a:pt x="1" y="0"/>
                  </a:moveTo>
                  <a:lnTo>
                    <a:pt x="1" y="208767"/>
                  </a:lnTo>
                  <a:cubicBezTo>
                    <a:pt x="718" y="208767"/>
                    <a:pt x="1468" y="208637"/>
                    <a:pt x="2121" y="208408"/>
                  </a:cubicBezTo>
                  <a:cubicBezTo>
                    <a:pt x="53791" y="191218"/>
                    <a:pt x="88498" y="143038"/>
                    <a:pt x="88498" y="88628"/>
                  </a:cubicBezTo>
                  <a:lnTo>
                    <a:pt x="88498" y="34023"/>
                  </a:lnTo>
                  <a:cubicBezTo>
                    <a:pt x="88498" y="30271"/>
                    <a:pt x="85465" y="27238"/>
                    <a:pt x="81681" y="27238"/>
                  </a:cubicBezTo>
                  <a:cubicBezTo>
                    <a:pt x="63218" y="27238"/>
                    <a:pt x="47658" y="17876"/>
                    <a:pt x="47658" y="6818"/>
                  </a:cubicBezTo>
                  <a:cubicBezTo>
                    <a:pt x="47658" y="3034"/>
                    <a:pt x="44625" y="0"/>
                    <a:pt x="408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2268700" y="919050"/>
              <a:ext cx="3063025" cy="3808400"/>
            </a:xfrm>
            <a:custGeom>
              <a:avLst/>
              <a:gdLst/>
              <a:ahLst/>
              <a:cxnLst/>
              <a:rect l="l" t="t" r="r" b="b"/>
              <a:pathLst>
                <a:path w="122521" h="152336" extrusionOk="0">
                  <a:moveTo>
                    <a:pt x="38785" y="1"/>
                  </a:moveTo>
                  <a:cubicBezTo>
                    <a:pt x="36633" y="1"/>
                    <a:pt x="34545" y="1077"/>
                    <a:pt x="33273" y="2839"/>
                  </a:cubicBezTo>
                  <a:cubicBezTo>
                    <a:pt x="26912" y="11874"/>
                    <a:pt x="16702" y="19116"/>
                    <a:pt x="4632" y="23193"/>
                  </a:cubicBezTo>
                  <a:cubicBezTo>
                    <a:pt x="1860" y="24139"/>
                    <a:pt x="0" y="26716"/>
                    <a:pt x="0" y="29619"/>
                  </a:cubicBezTo>
                  <a:lnTo>
                    <a:pt x="0" y="61391"/>
                  </a:lnTo>
                  <a:cubicBezTo>
                    <a:pt x="0" y="98871"/>
                    <a:pt x="21236" y="133090"/>
                    <a:pt x="54443" y="149856"/>
                  </a:cubicBezTo>
                  <a:cubicBezTo>
                    <a:pt x="55780" y="150476"/>
                    <a:pt x="57118" y="151128"/>
                    <a:pt x="58488" y="151748"/>
                  </a:cubicBezTo>
                  <a:cubicBezTo>
                    <a:pt x="59369" y="152107"/>
                    <a:pt x="60347" y="152335"/>
                    <a:pt x="61261" y="152335"/>
                  </a:cubicBezTo>
                  <a:cubicBezTo>
                    <a:pt x="62207" y="152335"/>
                    <a:pt x="63153" y="152107"/>
                    <a:pt x="64033" y="151748"/>
                  </a:cubicBezTo>
                  <a:cubicBezTo>
                    <a:pt x="65403" y="151128"/>
                    <a:pt x="66741" y="150476"/>
                    <a:pt x="68078" y="149856"/>
                  </a:cubicBezTo>
                  <a:cubicBezTo>
                    <a:pt x="101285" y="133090"/>
                    <a:pt x="122521" y="98871"/>
                    <a:pt x="122521" y="61391"/>
                  </a:cubicBezTo>
                  <a:lnTo>
                    <a:pt x="122521" y="29619"/>
                  </a:lnTo>
                  <a:cubicBezTo>
                    <a:pt x="122521" y="26716"/>
                    <a:pt x="120661" y="24139"/>
                    <a:pt x="117889" y="23193"/>
                  </a:cubicBezTo>
                  <a:cubicBezTo>
                    <a:pt x="105819" y="19116"/>
                    <a:pt x="95609" y="11874"/>
                    <a:pt x="89248" y="2839"/>
                  </a:cubicBezTo>
                  <a:cubicBezTo>
                    <a:pt x="87976" y="1077"/>
                    <a:pt x="85889" y="1"/>
                    <a:pt x="837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3800200" y="919050"/>
              <a:ext cx="1531525" cy="3808400"/>
            </a:xfrm>
            <a:custGeom>
              <a:avLst/>
              <a:gdLst/>
              <a:ahLst/>
              <a:cxnLst/>
              <a:rect l="l" t="t" r="r" b="b"/>
              <a:pathLst>
                <a:path w="61261" h="152336" extrusionOk="0">
                  <a:moveTo>
                    <a:pt x="1" y="1"/>
                  </a:moveTo>
                  <a:lnTo>
                    <a:pt x="1" y="152335"/>
                  </a:lnTo>
                  <a:cubicBezTo>
                    <a:pt x="947" y="152335"/>
                    <a:pt x="1893" y="152107"/>
                    <a:pt x="2773" y="151748"/>
                  </a:cubicBezTo>
                  <a:cubicBezTo>
                    <a:pt x="4143" y="151128"/>
                    <a:pt x="5481" y="150476"/>
                    <a:pt x="6818" y="149856"/>
                  </a:cubicBezTo>
                  <a:cubicBezTo>
                    <a:pt x="40025" y="133090"/>
                    <a:pt x="61261" y="98871"/>
                    <a:pt x="61261" y="61391"/>
                  </a:cubicBezTo>
                  <a:lnTo>
                    <a:pt x="61261" y="29619"/>
                  </a:lnTo>
                  <a:cubicBezTo>
                    <a:pt x="61261" y="26716"/>
                    <a:pt x="59401" y="24139"/>
                    <a:pt x="56629" y="23193"/>
                  </a:cubicBezTo>
                  <a:cubicBezTo>
                    <a:pt x="44559" y="19116"/>
                    <a:pt x="34349" y="11874"/>
                    <a:pt x="27988" y="2839"/>
                  </a:cubicBezTo>
                  <a:cubicBezTo>
                    <a:pt x="26716" y="1077"/>
                    <a:pt x="24629" y="1"/>
                    <a:pt x="224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0"/>
          <p:cNvSpPr txBox="1">
            <a:spLocks noGrp="1"/>
          </p:cNvSpPr>
          <p:nvPr>
            <p:ph type="title"/>
          </p:nvPr>
        </p:nvSpPr>
        <p:spPr>
          <a:xfrm>
            <a:off x="5022775" y="2487975"/>
            <a:ext cx="34038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/>
              <a:t>Caractériser un ensemble de polyominos</a:t>
            </a:r>
            <a:endParaRPr sz="1600"/>
          </a:p>
        </p:txBody>
      </p:sp>
      <p:sp>
        <p:nvSpPr>
          <p:cNvPr id="1066" name="Google Shape;1066;p10"/>
          <p:cNvSpPr txBox="1">
            <a:spLocks noGrp="1"/>
          </p:cNvSpPr>
          <p:nvPr>
            <p:ph type="title" idx="2"/>
          </p:nvPr>
        </p:nvSpPr>
        <p:spPr>
          <a:xfrm>
            <a:off x="4333741" y="1501025"/>
            <a:ext cx="4092834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4800"/>
              <a:t>DEGRES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17480" y="540000"/>
            <a:ext cx="7708680" cy="33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>
                <a:solidFill>
                  <a:schemeClr val="dk1"/>
                </a:solidFill>
                <a:latin typeface="Press Start 2P"/>
                <a:ea typeface="Press Start 2P"/>
              </a:rPr>
              <a:t>Représentation de polyominos avec des graphes</a:t>
            </a:r>
            <a:endParaRPr lang="fr-F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078;p42"/>
          <p:cNvSpPr/>
          <p:nvPr/>
        </p:nvSpPr>
        <p:spPr>
          <a:xfrm>
            <a:off x="3184560" y="4287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000000"/>
          </a:solidFill>
          <a:ln w="11925">
            <a:solidFill>
              <a:srgbClr val="B8D4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8" name="Google Shape;1079;p42"/>
          <p:cNvSpPr/>
          <p:nvPr/>
        </p:nvSpPr>
        <p:spPr>
          <a:xfrm>
            <a:off x="3184560" y="38782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000000"/>
          </a:solidFill>
          <a:ln w="11925">
            <a:solidFill>
              <a:srgbClr val="B8D4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9" name="Google Shape;1083;p42"/>
          <p:cNvSpPr/>
          <p:nvPr/>
        </p:nvSpPr>
        <p:spPr>
          <a:xfrm rot="16200000">
            <a:off x="4797360" y="36709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000000"/>
          </a:solidFill>
          <a:ln w="11925">
            <a:solidFill>
              <a:srgbClr val="B8D4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50" name="Rectangle 349"/>
          <p:cNvSpPr/>
          <p:nvPr/>
        </p:nvSpPr>
        <p:spPr>
          <a:xfrm>
            <a:off x="2160360" y="2052360"/>
            <a:ext cx="53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Rectangle 350"/>
          <p:cNvSpPr/>
          <p:nvPr/>
        </p:nvSpPr>
        <p:spPr>
          <a:xfrm>
            <a:off x="1620000" y="2052360"/>
            <a:ext cx="54000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ectangle 351"/>
          <p:cNvSpPr/>
          <p:nvPr/>
        </p:nvSpPr>
        <p:spPr>
          <a:xfrm>
            <a:off x="2700360" y="2052360"/>
            <a:ext cx="53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ectangle 352"/>
          <p:cNvSpPr/>
          <p:nvPr/>
        </p:nvSpPr>
        <p:spPr>
          <a:xfrm>
            <a:off x="2700000" y="2592000"/>
            <a:ext cx="54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traight Connector 353"/>
          <p:cNvSpPr/>
          <p:nvPr/>
        </p:nvSpPr>
        <p:spPr>
          <a:xfrm>
            <a:off x="3240000" y="2412000"/>
            <a:ext cx="1440000" cy="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Oval 354"/>
          <p:cNvSpPr/>
          <p:nvPr/>
        </p:nvSpPr>
        <p:spPr>
          <a:xfrm>
            <a:off x="4752000" y="223200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Oval 355"/>
          <p:cNvSpPr/>
          <p:nvPr/>
        </p:nvSpPr>
        <p:spPr>
          <a:xfrm>
            <a:off x="5688360" y="223236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Oval 356"/>
          <p:cNvSpPr/>
          <p:nvPr/>
        </p:nvSpPr>
        <p:spPr>
          <a:xfrm>
            <a:off x="6624360" y="223236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Oval 357"/>
          <p:cNvSpPr/>
          <p:nvPr/>
        </p:nvSpPr>
        <p:spPr>
          <a:xfrm>
            <a:off x="6624360" y="295236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9" name="Elbow Connector 358"/>
          <p:cNvCxnSpPr>
            <a:stCxn id="355" idx="6"/>
            <a:endCxn id="356" idx="2"/>
          </p:cNvCxnSpPr>
          <p:nvPr/>
        </p:nvCxnSpPr>
        <p:spPr>
          <a:xfrm>
            <a:off x="5112000" y="2412000"/>
            <a:ext cx="576720" cy="720"/>
          </a:xfrm>
          <a:prstGeom prst="bentConnector3">
            <a:avLst>
              <a:gd name="adj1" fmla="val 50031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360" name="Elbow Connector 359"/>
          <p:cNvCxnSpPr>
            <a:stCxn id="356" idx="6"/>
            <a:endCxn id="357" idx="2"/>
          </p:cNvCxnSpPr>
          <p:nvPr/>
        </p:nvCxnSpPr>
        <p:spPr>
          <a:xfrm>
            <a:off x="6048360" y="2412360"/>
            <a:ext cx="576360" cy="3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361" name="Elbow Connector 360"/>
          <p:cNvCxnSpPr>
            <a:stCxn id="357" idx="4"/>
            <a:endCxn id="358" idx="0"/>
          </p:cNvCxnSpPr>
          <p:nvPr/>
        </p:nvCxnSpPr>
        <p:spPr>
          <a:xfrm rot="16200000">
            <a:off x="6624360" y="2772360"/>
            <a:ext cx="360360" cy="3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1" name="Google Shape;1071;p11"/>
          <p:cNvGrpSpPr/>
          <p:nvPr/>
        </p:nvGrpSpPr>
        <p:grpSpPr>
          <a:xfrm>
            <a:off x="4103345" y="1682167"/>
            <a:ext cx="937317" cy="1306366"/>
            <a:chOff x="1927825" y="238125"/>
            <a:chExt cx="3744775" cy="5219200"/>
          </a:xfrm>
        </p:grpSpPr>
        <p:sp>
          <p:nvSpPr>
            <p:cNvPr id="1072" name="Google Shape;1072;p11"/>
            <p:cNvSpPr/>
            <p:nvPr/>
          </p:nvSpPr>
          <p:spPr>
            <a:xfrm>
              <a:off x="1927825" y="238125"/>
              <a:ext cx="3744775" cy="5219200"/>
            </a:xfrm>
            <a:custGeom>
              <a:avLst/>
              <a:gdLst/>
              <a:ahLst/>
              <a:cxnLst/>
              <a:rect l="l" t="t" r="r" b="b"/>
              <a:pathLst>
                <a:path w="149791" h="208768" extrusionOk="0">
                  <a:moveTo>
                    <a:pt x="74896" y="0"/>
                  </a:moveTo>
                  <a:cubicBezTo>
                    <a:pt x="33599" y="0"/>
                    <a:pt x="0" y="33598"/>
                    <a:pt x="0" y="74895"/>
                  </a:cubicBezTo>
                  <a:lnTo>
                    <a:pt x="0" y="188347"/>
                  </a:lnTo>
                  <a:cubicBezTo>
                    <a:pt x="0" y="199601"/>
                    <a:pt x="9167" y="208767"/>
                    <a:pt x="20420" y="208767"/>
                  </a:cubicBezTo>
                  <a:cubicBezTo>
                    <a:pt x="32000" y="208767"/>
                    <a:pt x="40873" y="199144"/>
                    <a:pt x="40873" y="188347"/>
                  </a:cubicBezTo>
                  <a:lnTo>
                    <a:pt x="40873" y="181530"/>
                  </a:lnTo>
                  <a:cubicBezTo>
                    <a:pt x="40873" y="177778"/>
                    <a:pt x="43907" y="174745"/>
                    <a:pt x="47658" y="174745"/>
                  </a:cubicBezTo>
                  <a:cubicBezTo>
                    <a:pt x="51409" y="174745"/>
                    <a:pt x="54476" y="177778"/>
                    <a:pt x="54476" y="181530"/>
                  </a:cubicBezTo>
                  <a:lnTo>
                    <a:pt x="54476" y="188347"/>
                  </a:lnTo>
                  <a:cubicBezTo>
                    <a:pt x="54476" y="199112"/>
                    <a:pt x="63316" y="208767"/>
                    <a:pt x="74896" y="208767"/>
                  </a:cubicBezTo>
                  <a:cubicBezTo>
                    <a:pt x="86443" y="208767"/>
                    <a:pt x="95316" y="199144"/>
                    <a:pt x="95316" y="188347"/>
                  </a:cubicBezTo>
                  <a:lnTo>
                    <a:pt x="95316" y="181530"/>
                  </a:lnTo>
                  <a:cubicBezTo>
                    <a:pt x="95316" y="177778"/>
                    <a:pt x="98382" y="174745"/>
                    <a:pt x="102133" y="174745"/>
                  </a:cubicBezTo>
                  <a:cubicBezTo>
                    <a:pt x="105884" y="174745"/>
                    <a:pt x="108951" y="177778"/>
                    <a:pt x="108951" y="181530"/>
                  </a:cubicBezTo>
                  <a:lnTo>
                    <a:pt x="108951" y="188347"/>
                  </a:lnTo>
                  <a:cubicBezTo>
                    <a:pt x="108951" y="199112"/>
                    <a:pt x="117791" y="208767"/>
                    <a:pt x="129371" y="208767"/>
                  </a:cubicBezTo>
                  <a:cubicBezTo>
                    <a:pt x="140625" y="208767"/>
                    <a:pt x="149791" y="199601"/>
                    <a:pt x="149791" y="188347"/>
                  </a:cubicBezTo>
                  <a:lnTo>
                    <a:pt x="149791" y="74895"/>
                  </a:lnTo>
                  <a:cubicBezTo>
                    <a:pt x="149791" y="33598"/>
                    <a:pt x="116192" y="0"/>
                    <a:pt x="748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1"/>
            <p:cNvSpPr/>
            <p:nvPr/>
          </p:nvSpPr>
          <p:spPr>
            <a:xfrm>
              <a:off x="3800200" y="238125"/>
              <a:ext cx="1872400" cy="5219200"/>
            </a:xfrm>
            <a:custGeom>
              <a:avLst/>
              <a:gdLst/>
              <a:ahLst/>
              <a:cxnLst/>
              <a:rect l="l" t="t" r="r" b="b"/>
              <a:pathLst>
                <a:path w="74896" h="208768" extrusionOk="0">
                  <a:moveTo>
                    <a:pt x="1" y="0"/>
                  </a:moveTo>
                  <a:lnTo>
                    <a:pt x="1" y="208767"/>
                  </a:lnTo>
                  <a:cubicBezTo>
                    <a:pt x="11548" y="208767"/>
                    <a:pt x="20421" y="199144"/>
                    <a:pt x="20421" y="188347"/>
                  </a:cubicBezTo>
                  <a:lnTo>
                    <a:pt x="20421" y="181530"/>
                  </a:lnTo>
                  <a:cubicBezTo>
                    <a:pt x="20421" y="177778"/>
                    <a:pt x="23487" y="174745"/>
                    <a:pt x="27238" y="174745"/>
                  </a:cubicBezTo>
                  <a:cubicBezTo>
                    <a:pt x="30989" y="174745"/>
                    <a:pt x="34023" y="177778"/>
                    <a:pt x="34023" y="181530"/>
                  </a:cubicBezTo>
                  <a:lnTo>
                    <a:pt x="34023" y="188347"/>
                  </a:lnTo>
                  <a:cubicBezTo>
                    <a:pt x="34023" y="199112"/>
                    <a:pt x="42896" y="208767"/>
                    <a:pt x="54476" y="208767"/>
                  </a:cubicBezTo>
                  <a:cubicBezTo>
                    <a:pt x="65730" y="208767"/>
                    <a:pt x="74896" y="199601"/>
                    <a:pt x="74896" y="188347"/>
                  </a:cubicBezTo>
                  <a:lnTo>
                    <a:pt x="74896" y="74895"/>
                  </a:lnTo>
                  <a:cubicBezTo>
                    <a:pt x="74896" y="33598"/>
                    <a:pt x="41297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1"/>
            <p:cNvSpPr/>
            <p:nvPr/>
          </p:nvSpPr>
          <p:spPr>
            <a:xfrm>
              <a:off x="2608750" y="1600000"/>
              <a:ext cx="1021050" cy="1021025"/>
            </a:xfrm>
            <a:custGeom>
              <a:avLst/>
              <a:gdLst/>
              <a:ahLst/>
              <a:cxnLst/>
              <a:rect l="l" t="t" r="r" b="b"/>
              <a:pathLst>
                <a:path w="40842" h="40841" extrusionOk="0">
                  <a:moveTo>
                    <a:pt x="20421" y="0"/>
                  </a:moveTo>
                  <a:cubicBezTo>
                    <a:pt x="9167" y="0"/>
                    <a:pt x="1" y="9134"/>
                    <a:pt x="1" y="20420"/>
                  </a:cubicBezTo>
                  <a:cubicBezTo>
                    <a:pt x="1" y="31674"/>
                    <a:pt x="9167" y="40840"/>
                    <a:pt x="20421" y="40840"/>
                  </a:cubicBezTo>
                  <a:cubicBezTo>
                    <a:pt x="31675" y="40840"/>
                    <a:pt x="40841" y="31674"/>
                    <a:pt x="40841" y="20420"/>
                  </a:cubicBezTo>
                  <a:cubicBezTo>
                    <a:pt x="40841" y="9134"/>
                    <a:pt x="31675" y="0"/>
                    <a:pt x="204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1"/>
            <p:cNvSpPr/>
            <p:nvPr/>
          </p:nvSpPr>
          <p:spPr>
            <a:xfrm>
              <a:off x="2949650" y="1940050"/>
              <a:ext cx="340075" cy="340100"/>
            </a:xfrm>
            <a:custGeom>
              <a:avLst/>
              <a:gdLst/>
              <a:ahLst/>
              <a:cxnLst/>
              <a:rect l="l" t="t" r="r" b="b"/>
              <a:pathLst>
                <a:path w="13603" h="13604" extrusionOk="0">
                  <a:moveTo>
                    <a:pt x="6785" y="1"/>
                  </a:moveTo>
                  <a:cubicBezTo>
                    <a:pt x="3034" y="1"/>
                    <a:pt x="0" y="3067"/>
                    <a:pt x="0" y="6818"/>
                  </a:cubicBezTo>
                  <a:cubicBezTo>
                    <a:pt x="0" y="10569"/>
                    <a:pt x="3034" y="13603"/>
                    <a:pt x="6785" y="13603"/>
                  </a:cubicBezTo>
                  <a:cubicBezTo>
                    <a:pt x="10536" y="13603"/>
                    <a:pt x="13603" y="10569"/>
                    <a:pt x="13603" y="6818"/>
                  </a:cubicBezTo>
                  <a:cubicBezTo>
                    <a:pt x="13603" y="3067"/>
                    <a:pt x="10536" y="1"/>
                    <a:pt x="67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1"/>
            <p:cNvSpPr/>
            <p:nvPr/>
          </p:nvSpPr>
          <p:spPr>
            <a:xfrm>
              <a:off x="3970650" y="16000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0" y="0"/>
                  </a:moveTo>
                  <a:cubicBezTo>
                    <a:pt x="9166" y="0"/>
                    <a:pt x="0" y="9134"/>
                    <a:pt x="0" y="20420"/>
                  </a:cubicBezTo>
                  <a:cubicBezTo>
                    <a:pt x="0" y="31674"/>
                    <a:pt x="9166" y="40840"/>
                    <a:pt x="20420" y="40840"/>
                  </a:cubicBezTo>
                  <a:cubicBezTo>
                    <a:pt x="31674" y="40840"/>
                    <a:pt x="40840" y="31674"/>
                    <a:pt x="40840" y="20420"/>
                  </a:cubicBezTo>
                  <a:cubicBezTo>
                    <a:pt x="40840" y="9134"/>
                    <a:pt x="31674" y="0"/>
                    <a:pt x="204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1"/>
            <p:cNvSpPr/>
            <p:nvPr/>
          </p:nvSpPr>
          <p:spPr>
            <a:xfrm>
              <a:off x="4310700" y="1940050"/>
              <a:ext cx="340100" cy="340100"/>
            </a:xfrm>
            <a:custGeom>
              <a:avLst/>
              <a:gdLst/>
              <a:ahLst/>
              <a:cxnLst/>
              <a:rect l="l" t="t" r="r" b="b"/>
              <a:pathLst>
                <a:path w="13604" h="13604" extrusionOk="0">
                  <a:moveTo>
                    <a:pt x="6818" y="1"/>
                  </a:moveTo>
                  <a:cubicBezTo>
                    <a:pt x="3067" y="1"/>
                    <a:pt x="1" y="3067"/>
                    <a:pt x="1" y="6818"/>
                  </a:cubicBezTo>
                  <a:cubicBezTo>
                    <a:pt x="1" y="10569"/>
                    <a:pt x="3067" y="13603"/>
                    <a:pt x="6818" y="13603"/>
                  </a:cubicBezTo>
                  <a:cubicBezTo>
                    <a:pt x="10569" y="13603"/>
                    <a:pt x="13603" y="10569"/>
                    <a:pt x="13603" y="6818"/>
                  </a:cubicBezTo>
                  <a:cubicBezTo>
                    <a:pt x="13603" y="3067"/>
                    <a:pt x="10569" y="1"/>
                    <a:pt x="6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8" name="Google Shape;1078;p1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MISE EN EQUATION DU PAVAGE</a:t>
            </a:r>
            <a:endParaRPr/>
          </a:p>
        </p:txBody>
      </p:sp>
      <p:sp>
        <p:nvSpPr>
          <p:cNvPr id="1079" name="Google Shape;1079;p11"/>
          <p:cNvSpPr/>
          <p:nvPr/>
        </p:nvSpPr>
        <p:spPr>
          <a:xfrm>
            <a:off x="3184500" y="4287452"/>
            <a:ext cx="97" cy="9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rgbClr val="000000"/>
          </a:solidFill>
          <a:ln w="11925" cap="flat" cmpd="sng">
            <a:solidFill>
              <a:srgbClr val="B8D47F"/>
            </a:solidFill>
            <a:prstDash val="solid"/>
            <a:miter lim="198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1"/>
          <p:cNvSpPr/>
          <p:nvPr/>
        </p:nvSpPr>
        <p:spPr>
          <a:xfrm>
            <a:off x="3184500" y="3878420"/>
            <a:ext cx="97" cy="9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 w="11925" cap="flat" cmpd="sng">
            <a:solidFill>
              <a:srgbClr val="B8D47F"/>
            </a:solidFill>
            <a:prstDash val="solid"/>
            <a:miter lim="198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1"/>
          <p:cNvSpPr/>
          <p:nvPr/>
        </p:nvSpPr>
        <p:spPr>
          <a:xfrm>
            <a:off x="3541541" y="3615949"/>
            <a:ext cx="63726" cy="21339"/>
          </a:xfrm>
          <a:custGeom>
            <a:avLst/>
            <a:gdLst/>
            <a:ahLst/>
            <a:cxnLst/>
            <a:rect l="l" t="t" r="r" b="b"/>
            <a:pathLst>
              <a:path w="657" h="220" extrusionOk="0">
                <a:moveTo>
                  <a:pt x="656" y="1"/>
                </a:moveTo>
                <a:lnTo>
                  <a:pt x="0" y="22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1"/>
          <p:cNvSpPr/>
          <p:nvPr/>
        </p:nvSpPr>
        <p:spPr>
          <a:xfrm>
            <a:off x="3555024" y="3652614"/>
            <a:ext cx="61786" cy="21339"/>
          </a:xfrm>
          <a:custGeom>
            <a:avLst/>
            <a:gdLst/>
            <a:ahLst/>
            <a:cxnLst/>
            <a:rect l="l" t="t" r="r" b="b"/>
            <a:pathLst>
              <a:path w="637" h="220" extrusionOk="0">
                <a:moveTo>
                  <a:pt x="637" y="1"/>
                </a:moveTo>
                <a:lnTo>
                  <a:pt x="0" y="220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1"/>
          <p:cNvSpPr/>
          <p:nvPr/>
        </p:nvSpPr>
        <p:spPr>
          <a:xfrm>
            <a:off x="3782673" y="4331876"/>
            <a:ext cx="61883" cy="21242"/>
          </a:xfrm>
          <a:custGeom>
            <a:avLst/>
            <a:gdLst/>
            <a:ahLst/>
            <a:cxnLst/>
            <a:rect l="l" t="t" r="r" b="b"/>
            <a:pathLst>
              <a:path w="638" h="219" extrusionOk="0">
                <a:moveTo>
                  <a:pt x="637" y="0"/>
                </a:moveTo>
                <a:lnTo>
                  <a:pt x="1" y="219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1"/>
          <p:cNvSpPr/>
          <p:nvPr/>
        </p:nvSpPr>
        <p:spPr>
          <a:xfrm rot="-5400000">
            <a:off x="4797492" y="3671070"/>
            <a:ext cx="97" cy="9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0"/>
                </a:moveTo>
                <a:close/>
              </a:path>
            </a:pathLst>
          </a:custGeom>
          <a:solidFill>
            <a:srgbClr val="000000"/>
          </a:solidFill>
          <a:ln w="11925" cap="flat" cmpd="sng">
            <a:solidFill>
              <a:srgbClr val="B8D47F"/>
            </a:solidFill>
            <a:prstDash val="solid"/>
            <a:miter lim="198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1"/>
          <p:cNvSpPr txBox="1">
            <a:spLocks noGrp="1"/>
          </p:cNvSpPr>
          <p:nvPr>
            <p:ph type="subTitle" idx="1"/>
          </p:nvPr>
        </p:nvSpPr>
        <p:spPr>
          <a:xfrm>
            <a:off x="2636825" y="3379150"/>
            <a:ext cx="38703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Comment faire ??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Degré réel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Degré potentiel</a:t>
            </a:r>
            <a:endParaRPr/>
          </a:p>
        </p:txBody>
      </p:sp>
      <p:sp>
        <p:nvSpPr>
          <p:cNvPr id="1086" name="Google Shape;1086;p11"/>
          <p:cNvSpPr/>
          <p:nvPr/>
        </p:nvSpPr>
        <p:spPr>
          <a:xfrm flipH="1">
            <a:off x="3813125" y="1576500"/>
            <a:ext cx="1517700" cy="1517700"/>
          </a:xfrm>
          <a:prstGeom prst="noSmoking">
            <a:avLst>
              <a:gd name="adj" fmla="val 70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717480" y="540000"/>
            <a:ext cx="7708680" cy="33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>
                <a:solidFill>
                  <a:schemeClr val="dk1"/>
                </a:solidFill>
                <a:latin typeface="Press Start 2P"/>
                <a:ea typeface="Press Start 2P"/>
              </a:rPr>
              <a:t>Degré Réel</a:t>
            </a:r>
            <a:endParaRPr lang="fr-F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1078;p 1"/>
          <p:cNvSpPr/>
          <p:nvPr/>
        </p:nvSpPr>
        <p:spPr>
          <a:xfrm>
            <a:off x="3184560" y="428760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1"/>
                </a:moveTo>
              </a:path>
            </a:pathLst>
          </a:custGeom>
          <a:solidFill>
            <a:srgbClr val="000000"/>
          </a:solidFill>
          <a:ln w="11925">
            <a:solidFill>
              <a:srgbClr val="B8D4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fr-F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64" name="Google Shape;1079;p 1"/>
          <p:cNvSpPr/>
          <p:nvPr/>
        </p:nvSpPr>
        <p:spPr>
          <a:xfrm>
            <a:off x="3184560" y="387828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000000"/>
          </a:solidFill>
          <a:ln w="11925">
            <a:solidFill>
              <a:srgbClr val="B8D4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fr-F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65" name="Google Shape;1083;p 1"/>
          <p:cNvSpPr/>
          <p:nvPr/>
        </p:nvSpPr>
        <p:spPr>
          <a:xfrm rot="16200000">
            <a:off x="4797360" y="3670920"/>
            <a:ext cx="360" cy="360"/>
          </a:xfrm>
          <a:custGeom>
            <a:avLst/>
            <a:gdLst>
              <a:gd name="textAreaLeft" fmla="*/ 0 w 360"/>
              <a:gd name="textAreaRight" fmla="*/ 720 w 3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1" y="0"/>
                </a:moveTo>
              </a:path>
            </a:pathLst>
          </a:custGeom>
          <a:solidFill>
            <a:srgbClr val="000000"/>
          </a:solidFill>
          <a:ln w="11925">
            <a:solidFill>
              <a:srgbClr val="B8D47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0" bIns="360" anchor="ctr">
            <a:noAutofit/>
          </a:bodyPr>
          <a:lstStyle/>
          <a:p>
            <a:endParaRPr lang="fr-FR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66" name="Oval 365"/>
          <p:cNvSpPr/>
          <p:nvPr/>
        </p:nvSpPr>
        <p:spPr>
          <a:xfrm>
            <a:off x="3312000" y="162000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67" name="Oval 366"/>
          <p:cNvSpPr/>
          <p:nvPr/>
        </p:nvSpPr>
        <p:spPr>
          <a:xfrm>
            <a:off x="4248360" y="162036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8" name="Oval 367"/>
          <p:cNvSpPr/>
          <p:nvPr/>
        </p:nvSpPr>
        <p:spPr>
          <a:xfrm>
            <a:off x="5184360" y="162036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9" name="Oval 368"/>
          <p:cNvSpPr/>
          <p:nvPr/>
        </p:nvSpPr>
        <p:spPr>
          <a:xfrm>
            <a:off x="5184360" y="234036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370" name="Elbow Connector 369"/>
          <p:cNvCxnSpPr>
            <a:stCxn id="366" idx="6"/>
            <a:endCxn id="367" idx="2"/>
          </p:cNvCxnSpPr>
          <p:nvPr/>
        </p:nvCxnSpPr>
        <p:spPr>
          <a:xfrm>
            <a:off x="3672000" y="1800000"/>
            <a:ext cx="576720" cy="720"/>
          </a:xfrm>
          <a:prstGeom prst="bentConnector3">
            <a:avLst>
              <a:gd name="adj1" fmla="val 50031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371" name="Elbow Connector 370"/>
          <p:cNvCxnSpPr>
            <a:stCxn id="367" idx="6"/>
            <a:endCxn id="368" idx="2"/>
          </p:cNvCxnSpPr>
          <p:nvPr/>
        </p:nvCxnSpPr>
        <p:spPr>
          <a:xfrm>
            <a:off x="4608360" y="1800360"/>
            <a:ext cx="576360" cy="3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372" name="Elbow Connector 371"/>
          <p:cNvCxnSpPr>
            <a:stCxn id="368" idx="4"/>
            <a:endCxn id="369" idx="0"/>
          </p:cNvCxnSpPr>
          <p:nvPr/>
        </p:nvCxnSpPr>
        <p:spPr>
          <a:xfrm rot="16200000">
            <a:off x="5184360" y="2160360"/>
            <a:ext cx="360360" cy="36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sp>
        <p:nvSpPr>
          <p:cNvPr id="373" name="TextBox 372"/>
          <p:cNvSpPr txBox="1"/>
          <p:nvPr/>
        </p:nvSpPr>
        <p:spPr>
          <a:xfrm>
            <a:off x="2905200" y="2893680"/>
            <a:ext cx="3394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Degré réel = d_r = 1+2+2+1 =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1077;p 2"/>
          <p:cNvSpPr txBox="1"/>
          <p:nvPr/>
        </p:nvSpPr>
        <p:spPr>
          <a:xfrm>
            <a:off x="717840" y="540360"/>
            <a:ext cx="7708680" cy="333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000" b="0" strike="noStrike" spc="-1">
                <a:solidFill>
                  <a:schemeClr val="dk1"/>
                </a:solidFill>
                <a:latin typeface="Press Start 2P"/>
                <a:ea typeface="Press Start 2P"/>
              </a:rPr>
              <a:t>Degré Potentiel</a:t>
            </a:r>
            <a:endParaRPr lang="fr-FR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ectangle 374"/>
          <p:cNvSpPr/>
          <p:nvPr/>
        </p:nvSpPr>
        <p:spPr>
          <a:xfrm>
            <a:off x="3060000" y="144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 375"/>
          <p:cNvSpPr/>
          <p:nvPr/>
        </p:nvSpPr>
        <p:spPr>
          <a:xfrm>
            <a:off x="3420000" y="144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ectangle 376"/>
          <p:cNvSpPr/>
          <p:nvPr/>
        </p:nvSpPr>
        <p:spPr>
          <a:xfrm>
            <a:off x="3420000" y="180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ectangle 377"/>
          <p:cNvSpPr/>
          <p:nvPr/>
        </p:nvSpPr>
        <p:spPr>
          <a:xfrm>
            <a:off x="2700000" y="144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ectangle 378"/>
          <p:cNvSpPr/>
          <p:nvPr/>
        </p:nvSpPr>
        <p:spPr>
          <a:xfrm>
            <a:off x="3420000" y="144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379"/>
          <p:cNvSpPr/>
          <p:nvPr/>
        </p:nvSpPr>
        <p:spPr>
          <a:xfrm>
            <a:off x="3420000" y="1800360"/>
            <a:ext cx="35964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ectangle 380"/>
          <p:cNvSpPr/>
          <p:nvPr/>
        </p:nvSpPr>
        <p:spPr>
          <a:xfrm>
            <a:off x="2700000" y="180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ectangle 381"/>
          <p:cNvSpPr/>
          <p:nvPr/>
        </p:nvSpPr>
        <p:spPr>
          <a:xfrm>
            <a:off x="3060000" y="180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ectangle 382"/>
          <p:cNvSpPr/>
          <p:nvPr/>
        </p:nvSpPr>
        <p:spPr>
          <a:xfrm>
            <a:off x="3420000" y="216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ectangle 383"/>
          <p:cNvSpPr/>
          <p:nvPr/>
        </p:nvSpPr>
        <p:spPr>
          <a:xfrm>
            <a:off x="3780000" y="180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ectangle 384"/>
          <p:cNvSpPr/>
          <p:nvPr/>
        </p:nvSpPr>
        <p:spPr>
          <a:xfrm>
            <a:off x="3780000" y="144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ectangle 385"/>
          <p:cNvSpPr/>
          <p:nvPr/>
        </p:nvSpPr>
        <p:spPr>
          <a:xfrm>
            <a:off x="3420000" y="108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ectangle 386"/>
          <p:cNvSpPr/>
          <p:nvPr/>
        </p:nvSpPr>
        <p:spPr>
          <a:xfrm>
            <a:off x="3060000" y="108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2700000" y="108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Rectangle 388"/>
          <p:cNvSpPr/>
          <p:nvPr/>
        </p:nvSpPr>
        <p:spPr>
          <a:xfrm>
            <a:off x="2340000" y="1440360"/>
            <a:ext cx="359640" cy="359640"/>
          </a:xfrm>
          <a:prstGeom prst="rect">
            <a:avLst/>
          </a:prstGeom>
          <a:solidFill>
            <a:srgbClr val="B4C7DC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Oval 389"/>
          <p:cNvSpPr/>
          <p:nvPr/>
        </p:nvSpPr>
        <p:spPr>
          <a:xfrm>
            <a:off x="4680000" y="1548000"/>
            <a:ext cx="180000" cy="180000"/>
          </a:xfrm>
          <a:prstGeom prst="ellipse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91" name="Oval 390"/>
          <p:cNvSpPr/>
          <p:nvPr/>
        </p:nvSpPr>
        <p:spPr>
          <a:xfrm>
            <a:off x="5184360" y="1548360"/>
            <a:ext cx="180000" cy="180000"/>
          </a:xfrm>
          <a:prstGeom prst="ellipse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92" name="Oval 391"/>
          <p:cNvSpPr/>
          <p:nvPr/>
        </p:nvSpPr>
        <p:spPr>
          <a:xfrm>
            <a:off x="5724720" y="1548720"/>
            <a:ext cx="180000" cy="180000"/>
          </a:xfrm>
          <a:prstGeom prst="ellipse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93" name="Oval 392"/>
          <p:cNvSpPr/>
          <p:nvPr/>
        </p:nvSpPr>
        <p:spPr>
          <a:xfrm>
            <a:off x="5725080" y="1945080"/>
            <a:ext cx="180000" cy="180000"/>
          </a:xfrm>
          <a:prstGeom prst="ellipse">
            <a:avLst/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394" name="Elbow Connector 393"/>
          <p:cNvCxnSpPr>
            <a:stCxn id="390" idx="6"/>
            <a:endCxn id="391" idx="2"/>
          </p:cNvCxnSpPr>
          <p:nvPr/>
        </p:nvCxnSpPr>
        <p:spPr>
          <a:xfrm>
            <a:off x="4860000" y="1638000"/>
            <a:ext cx="324720" cy="720"/>
          </a:xfrm>
          <a:prstGeom prst="bentConnector3">
            <a:avLst>
              <a:gd name="adj1" fmla="val 50055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395" name="Elbow Connector 394"/>
          <p:cNvCxnSpPr>
            <a:stCxn id="391" idx="6"/>
            <a:endCxn id="392" idx="2"/>
          </p:cNvCxnSpPr>
          <p:nvPr/>
        </p:nvCxnSpPr>
        <p:spPr>
          <a:xfrm>
            <a:off x="5364360" y="1638360"/>
            <a:ext cx="360720" cy="720"/>
          </a:xfrm>
          <a:prstGeom prst="bentConnector3">
            <a:avLst>
              <a:gd name="adj1" fmla="val 50049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396" name="Elbow Connector 395"/>
          <p:cNvCxnSpPr>
            <a:stCxn id="392" idx="4"/>
            <a:endCxn id="393" idx="0"/>
          </p:cNvCxnSpPr>
          <p:nvPr/>
        </p:nvCxnSpPr>
        <p:spPr>
          <a:xfrm rot="16200000" flipH="1">
            <a:off x="5706720" y="1836360"/>
            <a:ext cx="216720" cy="720"/>
          </a:xfrm>
          <a:prstGeom prst="bentConnector3">
            <a:avLst>
              <a:gd name="adj1" fmla="val 50083"/>
            </a:avLst>
          </a:prstGeom>
          <a:ln w="0">
            <a:solidFill>
              <a:srgbClr val="3465A4"/>
            </a:solidFill>
          </a:ln>
        </p:spPr>
      </p:cxnSp>
      <p:sp>
        <p:nvSpPr>
          <p:cNvPr id="397" name="Straight Connector 396"/>
          <p:cNvSpPr/>
          <p:nvPr/>
        </p:nvSpPr>
        <p:spPr>
          <a:xfrm flipV="1">
            <a:off x="4788000" y="1260000"/>
            <a:ext cx="0" cy="28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traight Connector 397"/>
          <p:cNvSpPr/>
          <p:nvPr/>
        </p:nvSpPr>
        <p:spPr>
          <a:xfrm flipV="1">
            <a:off x="5292000" y="1260000"/>
            <a:ext cx="0" cy="28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traight Connector 398"/>
          <p:cNvSpPr/>
          <p:nvPr/>
        </p:nvSpPr>
        <p:spPr>
          <a:xfrm flipV="1">
            <a:off x="5832000" y="1260000"/>
            <a:ext cx="0" cy="28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traight Connector 399"/>
          <p:cNvSpPr/>
          <p:nvPr/>
        </p:nvSpPr>
        <p:spPr>
          <a:xfrm flipV="1">
            <a:off x="5832000" y="2088000"/>
            <a:ext cx="0" cy="28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traight Connector 400"/>
          <p:cNvSpPr/>
          <p:nvPr/>
        </p:nvSpPr>
        <p:spPr>
          <a:xfrm flipV="1">
            <a:off x="5256000" y="1728000"/>
            <a:ext cx="0" cy="28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traight Connector 401"/>
          <p:cNvSpPr/>
          <p:nvPr/>
        </p:nvSpPr>
        <p:spPr>
          <a:xfrm flipV="1">
            <a:off x="4752000" y="1728000"/>
            <a:ext cx="0" cy="288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traight Connector 402"/>
          <p:cNvSpPr/>
          <p:nvPr/>
        </p:nvSpPr>
        <p:spPr>
          <a:xfrm flipH="1">
            <a:off x="4320000" y="1620000"/>
            <a:ext cx="3600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traight Connector 403"/>
          <p:cNvSpPr/>
          <p:nvPr/>
        </p:nvSpPr>
        <p:spPr>
          <a:xfrm flipH="1">
            <a:off x="5904000" y="1620000"/>
            <a:ext cx="3600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traight Connector 404"/>
          <p:cNvSpPr/>
          <p:nvPr/>
        </p:nvSpPr>
        <p:spPr>
          <a:xfrm flipH="1">
            <a:off x="5904000" y="2016000"/>
            <a:ext cx="3600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traight Connector 405"/>
          <p:cNvSpPr/>
          <p:nvPr/>
        </p:nvSpPr>
        <p:spPr>
          <a:xfrm flipH="1">
            <a:off x="5364000" y="2016000"/>
            <a:ext cx="36000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2520000" y="2893680"/>
            <a:ext cx="414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fr-FR" sz="1800" b="0" strike="noStrike" spc="-1">
                <a:solidFill>
                  <a:srgbClr val="FFFFFF"/>
                </a:solidFill>
                <a:latin typeface="Arial"/>
              </a:rPr>
              <a:t>Degré potentiel = d_p = 4+4+4+4 =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2"/>
          <p:cNvSpPr txBox="1">
            <a:spLocks noGrp="1"/>
          </p:cNvSpPr>
          <p:nvPr>
            <p:ph type="title"/>
          </p:nvPr>
        </p:nvSpPr>
        <p:spPr>
          <a:xfrm>
            <a:off x="673112" y="315093"/>
            <a:ext cx="7709100" cy="683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CARACTERISER UN ENSEMBLE DE POLYOMINO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2" name="Google Shape;1092;p12"/>
          <p:cNvSpPr/>
          <p:nvPr/>
        </p:nvSpPr>
        <p:spPr>
          <a:xfrm>
            <a:off x="3184500" y="4287452"/>
            <a:ext cx="97" cy="97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1" y="1"/>
                </a:moveTo>
                <a:close/>
              </a:path>
            </a:pathLst>
          </a:custGeom>
          <a:solidFill>
            <a:srgbClr val="000000"/>
          </a:solidFill>
          <a:ln w="11925" cap="flat" cmpd="sng">
            <a:solidFill>
              <a:srgbClr val="B8D47F"/>
            </a:solidFill>
            <a:prstDash val="solid"/>
            <a:miter lim="198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2"/>
          <p:cNvSpPr txBox="1">
            <a:spLocks noGrp="1"/>
          </p:cNvSpPr>
          <p:nvPr>
            <p:ph type="subTitle" idx="1"/>
          </p:nvPr>
        </p:nvSpPr>
        <p:spPr>
          <a:xfrm>
            <a:off x="2636825" y="3379150"/>
            <a:ext cx="38703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/>
              <a:t>Degré</a:t>
            </a:r>
            <a:r>
              <a:rPr lang="en" dirty="0"/>
              <a:t> </a:t>
            </a:r>
            <a:r>
              <a:rPr lang="en" dirty="0" err="1"/>
              <a:t>potentiel</a:t>
            </a:r>
            <a:r>
              <a:rPr lang="en" dirty="0"/>
              <a:t> = 4 * </a:t>
            </a:r>
            <a:r>
              <a:rPr lang="en" dirty="0" err="1"/>
              <a:t>aire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/>
              <a:t>Degré</a:t>
            </a:r>
            <a:r>
              <a:rPr lang="en" dirty="0"/>
              <a:t> </a:t>
            </a:r>
            <a:r>
              <a:rPr lang="en" dirty="0" err="1"/>
              <a:t>réel</a:t>
            </a:r>
            <a:r>
              <a:rPr lang="en" dirty="0"/>
              <a:t> = </a:t>
            </a:r>
            <a:r>
              <a:rPr lang="en" dirty="0" err="1"/>
              <a:t>une</a:t>
            </a:r>
            <a:r>
              <a:rPr lang="en" dirty="0"/>
              <a:t> petite convolution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err="1"/>
              <a:t>d_p</a:t>
            </a:r>
            <a:r>
              <a:rPr lang="en" dirty="0"/>
              <a:t> – </a:t>
            </a:r>
            <a:r>
              <a:rPr lang="en" dirty="0" err="1"/>
              <a:t>d_r</a:t>
            </a:r>
            <a:r>
              <a:rPr lang="en" dirty="0"/>
              <a:t> = </a:t>
            </a:r>
            <a:r>
              <a:rPr lang="en" dirty="0" err="1"/>
              <a:t>périmètre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1094" name="Google Shape;1094;p12"/>
          <p:cNvGrpSpPr/>
          <p:nvPr/>
        </p:nvGrpSpPr>
        <p:grpSpPr>
          <a:xfrm>
            <a:off x="3927166" y="1770376"/>
            <a:ext cx="1289664" cy="1289664"/>
            <a:chOff x="1190625" y="238125"/>
            <a:chExt cx="5219200" cy="5219200"/>
          </a:xfrm>
        </p:grpSpPr>
        <p:sp>
          <p:nvSpPr>
            <p:cNvPr id="1095" name="Google Shape;1095;p12"/>
            <p:cNvSpPr/>
            <p:nvPr/>
          </p:nvSpPr>
          <p:spPr>
            <a:xfrm>
              <a:off x="3620800" y="2195225"/>
              <a:ext cx="1418175" cy="1870050"/>
            </a:xfrm>
            <a:custGeom>
              <a:avLst/>
              <a:gdLst/>
              <a:ahLst/>
              <a:cxnLst/>
              <a:rect l="l" t="t" r="r" b="b"/>
              <a:pathLst>
                <a:path w="56727" h="74802" extrusionOk="0">
                  <a:moveTo>
                    <a:pt x="34337" y="0"/>
                  </a:moveTo>
                  <a:cubicBezTo>
                    <a:pt x="33792" y="0"/>
                    <a:pt x="33238" y="65"/>
                    <a:pt x="32685" y="199"/>
                  </a:cubicBezTo>
                  <a:lnTo>
                    <a:pt x="7177" y="4701"/>
                  </a:lnTo>
                  <a:lnTo>
                    <a:pt x="6002" y="4897"/>
                  </a:lnTo>
                  <a:cubicBezTo>
                    <a:pt x="2251" y="5810"/>
                    <a:pt x="0" y="9594"/>
                    <a:pt x="881" y="13280"/>
                  </a:cubicBezTo>
                  <a:lnTo>
                    <a:pt x="7177" y="39637"/>
                  </a:lnTo>
                  <a:lnTo>
                    <a:pt x="14320" y="69484"/>
                  </a:lnTo>
                  <a:cubicBezTo>
                    <a:pt x="15071" y="72583"/>
                    <a:pt x="17909" y="74801"/>
                    <a:pt x="21105" y="74801"/>
                  </a:cubicBezTo>
                  <a:lnTo>
                    <a:pt x="48930" y="74801"/>
                  </a:lnTo>
                  <a:cubicBezTo>
                    <a:pt x="53432" y="74801"/>
                    <a:pt x="56726" y="70593"/>
                    <a:pt x="55715" y="66222"/>
                  </a:cubicBezTo>
                  <a:lnTo>
                    <a:pt x="41101" y="5353"/>
                  </a:lnTo>
                  <a:cubicBezTo>
                    <a:pt x="40350" y="2155"/>
                    <a:pt x="37489" y="0"/>
                    <a:pt x="34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2"/>
            <p:cNvSpPr/>
            <p:nvPr/>
          </p:nvSpPr>
          <p:spPr>
            <a:xfrm>
              <a:off x="3800200" y="2195225"/>
              <a:ext cx="1238775" cy="1870050"/>
            </a:xfrm>
            <a:custGeom>
              <a:avLst/>
              <a:gdLst/>
              <a:ahLst/>
              <a:cxnLst/>
              <a:rect l="l" t="t" r="r" b="b"/>
              <a:pathLst>
                <a:path w="49551" h="74802" extrusionOk="0">
                  <a:moveTo>
                    <a:pt x="27161" y="0"/>
                  </a:moveTo>
                  <a:cubicBezTo>
                    <a:pt x="26616" y="0"/>
                    <a:pt x="26062" y="65"/>
                    <a:pt x="25509" y="199"/>
                  </a:cubicBezTo>
                  <a:lnTo>
                    <a:pt x="1" y="4701"/>
                  </a:lnTo>
                  <a:lnTo>
                    <a:pt x="1" y="39637"/>
                  </a:lnTo>
                  <a:lnTo>
                    <a:pt x="7144" y="69484"/>
                  </a:lnTo>
                  <a:cubicBezTo>
                    <a:pt x="7895" y="72583"/>
                    <a:pt x="10733" y="74801"/>
                    <a:pt x="13929" y="74801"/>
                  </a:cubicBezTo>
                  <a:lnTo>
                    <a:pt x="41754" y="74801"/>
                  </a:lnTo>
                  <a:cubicBezTo>
                    <a:pt x="46256" y="74801"/>
                    <a:pt x="49550" y="70593"/>
                    <a:pt x="48539" y="66222"/>
                  </a:cubicBezTo>
                  <a:lnTo>
                    <a:pt x="33925" y="5353"/>
                  </a:lnTo>
                  <a:cubicBezTo>
                    <a:pt x="33174" y="2155"/>
                    <a:pt x="30313" y="0"/>
                    <a:pt x="27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2"/>
            <p:cNvSpPr/>
            <p:nvPr/>
          </p:nvSpPr>
          <p:spPr>
            <a:xfrm>
              <a:off x="2756375" y="238125"/>
              <a:ext cx="2435900" cy="2435900"/>
            </a:xfrm>
            <a:custGeom>
              <a:avLst/>
              <a:gdLst/>
              <a:ahLst/>
              <a:cxnLst/>
              <a:rect l="l" t="t" r="r" b="b"/>
              <a:pathLst>
                <a:path w="97436" h="97436" extrusionOk="0">
                  <a:moveTo>
                    <a:pt x="48702" y="0"/>
                  </a:moveTo>
                  <a:cubicBezTo>
                    <a:pt x="46353" y="0"/>
                    <a:pt x="44037" y="196"/>
                    <a:pt x="41754" y="522"/>
                  </a:cubicBezTo>
                  <a:cubicBezTo>
                    <a:pt x="18202" y="3882"/>
                    <a:pt x="0" y="24204"/>
                    <a:pt x="0" y="48701"/>
                  </a:cubicBezTo>
                  <a:cubicBezTo>
                    <a:pt x="0" y="73199"/>
                    <a:pt x="18202" y="93521"/>
                    <a:pt x="41754" y="96914"/>
                  </a:cubicBezTo>
                  <a:cubicBezTo>
                    <a:pt x="44037" y="97240"/>
                    <a:pt x="46353" y="97436"/>
                    <a:pt x="48702" y="97436"/>
                  </a:cubicBezTo>
                  <a:cubicBezTo>
                    <a:pt x="75580" y="97436"/>
                    <a:pt x="97436" y="75580"/>
                    <a:pt x="97436" y="48701"/>
                  </a:cubicBezTo>
                  <a:cubicBezTo>
                    <a:pt x="97436" y="21855"/>
                    <a:pt x="75580" y="0"/>
                    <a:pt x="487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2"/>
            <p:cNvSpPr/>
            <p:nvPr/>
          </p:nvSpPr>
          <p:spPr>
            <a:xfrm>
              <a:off x="3800200" y="238125"/>
              <a:ext cx="1392075" cy="2435900"/>
            </a:xfrm>
            <a:custGeom>
              <a:avLst/>
              <a:gdLst/>
              <a:ahLst/>
              <a:cxnLst/>
              <a:rect l="l" t="t" r="r" b="b"/>
              <a:pathLst>
                <a:path w="55683" h="97436" extrusionOk="0">
                  <a:moveTo>
                    <a:pt x="6949" y="0"/>
                  </a:moveTo>
                  <a:cubicBezTo>
                    <a:pt x="4600" y="0"/>
                    <a:pt x="2284" y="196"/>
                    <a:pt x="1" y="522"/>
                  </a:cubicBezTo>
                  <a:lnTo>
                    <a:pt x="1" y="96914"/>
                  </a:lnTo>
                  <a:cubicBezTo>
                    <a:pt x="2284" y="97240"/>
                    <a:pt x="4600" y="97436"/>
                    <a:pt x="6949" y="97436"/>
                  </a:cubicBezTo>
                  <a:cubicBezTo>
                    <a:pt x="33827" y="97436"/>
                    <a:pt x="55683" y="75580"/>
                    <a:pt x="55683" y="48701"/>
                  </a:cubicBezTo>
                  <a:cubicBezTo>
                    <a:pt x="55683" y="21855"/>
                    <a:pt x="33827" y="0"/>
                    <a:pt x="69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2"/>
            <p:cNvSpPr/>
            <p:nvPr/>
          </p:nvSpPr>
          <p:spPr>
            <a:xfrm>
              <a:off x="3278275" y="3717825"/>
              <a:ext cx="2435925" cy="1043875"/>
            </a:xfrm>
            <a:custGeom>
              <a:avLst/>
              <a:gdLst/>
              <a:ahLst/>
              <a:cxnLst/>
              <a:rect l="l" t="t" r="r" b="b"/>
              <a:pathLst>
                <a:path w="97437" h="41755" extrusionOk="0">
                  <a:moveTo>
                    <a:pt x="20878" y="1"/>
                  </a:moveTo>
                  <a:cubicBezTo>
                    <a:pt x="9363" y="1"/>
                    <a:pt x="1" y="9363"/>
                    <a:pt x="1" y="20878"/>
                  </a:cubicBezTo>
                  <a:lnTo>
                    <a:pt x="1" y="34774"/>
                  </a:lnTo>
                  <a:cubicBezTo>
                    <a:pt x="1" y="38623"/>
                    <a:pt x="3132" y="41754"/>
                    <a:pt x="6949" y="41754"/>
                  </a:cubicBezTo>
                  <a:lnTo>
                    <a:pt x="90456" y="41754"/>
                  </a:lnTo>
                  <a:cubicBezTo>
                    <a:pt x="94305" y="41754"/>
                    <a:pt x="97436" y="38623"/>
                    <a:pt x="97436" y="34774"/>
                  </a:cubicBezTo>
                  <a:lnTo>
                    <a:pt x="97436" y="20878"/>
                  </a:lnTo>
                  <a:cubicBezTo>
                    <a:pt x="97436" y="9363"/>
                    <a:pt x="88074" y="1"/>
                    <a:pt x="76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2"/>
            <p:cNvSpPr/>
            <p:nvPr/>
          </p:nvSpPr>
          <p:spPr>
            <a:xfrm>
              <a:off x="1886225" y="3717825"/>
              <a:ext cx="1043875" cy="1043875"/>
            </a:xfrm>
            <a:custGeom>
              <a:avLst/>
              <a:gdLst/>
              <a:ahLst/>
              <a:cxnLst/>
              <a:rect l="l" t="t" r="r" b="b"/>
              <a:pathLst>
                <a:path w="41755" h="41755" extrusionOk="0">
                  <a:moveTo>
                    <a:pt x="20877" y="1"/>
                  </a:moveTo>
                  <a:cubicBezTo>
                    <a:pt x="9363" y="1"/>
                    <a:pt x="1" y="9363"/>
                    <a:pt x="1" y="20878"/>
                  </a:cubicBezTo>
                  <a:lnTo>
                    <a:pt x="1" y="34774"/>
                  </a:lnTo>
                  <a:cubicBezTo>
                    <a:pt x="1" y="38623"/>
                    <a:pt x="3132" y="41754"/>
                    <a:pt x="6981" y="41754"/>
                  </a:cubicBezTo>
                  <a:lnTo>
                    <a:pt x="34806" y="41754"/>
                  </a:lnTo>
                  <a:cubicBezTo>
                    <a:pt x="38655" y="41754"/>
                    <a:pt x="41754" y="38623"/>
                    <a:pt x="41754" y="34774"/>
                  </a:cubicBezTo>
                  <a:lnTo>
                    <a:pt x="41754" y="20878"/>
                  </a:lnTo>
                  <a:cubicBezTo>
                    <a:pt x="41754" y="9363"/>
                    <a:pt x="32392" y="1"/>
                    <a:pt x="208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2"/>
            <p:cNvSpPr/>
            <p:nvPr/>
          </p:nvSpPr>
          <p:spPr>
            <a:xfrm>
              <a:off x="3451975" y="933725"/>
              <a:ext cx="696475" cy="696475"/>
            </a:xfrm>
            <a:custGeom>
              <a:avLst/>
              <a:gdLst/>
              <a:ahLst/>
              <a:cxnLst/>
              <a:rect l="l" t="t" r="r" b="b"/>
              <a:pathLst>
                <a:path w="27859" h="27859" extrusionOk="0">
                  <a:moveTo>
                    <a:pt x="20878" y="1"/>
                  </a:moveTo>
                  <a:cubicBezTo>
                    <a:pt x="18431" y="1"/>
                    <a:pt x="16115" y="425"/>
                    <a:pt x="13930" y="1208"/>
                  </a:cubicBezTo>
                  <a:cubicBezTo>
                    <a:pt x="5807" y="4078"/>
                    <a:pt x="1" y="11842"/>
                    <a:pt x="1" y="20877"/>
                  </a:cubicBezTo>
                  <a:cubicBezTo>
                    <a:pt x="1" y="24727"/>
                    <a:pt x="3132" y="27858"/>
                    <a:pt x="6982" y="27858"/>
                  </a:cubicBezTo>
                  <a:cubicBezTo>
                    <a:pt x="10831" y="27858"/>
                    <a:pt x="13930" y="24727"/>
                    <a:pt x="13930" y="20877"/>
                  </a:cubicBezTo>
                  <a:cubicBezTo>
                    <a:pt x="13930" y="17028"/>
                    <a:pt x="17028" y="13929"/>
                    <a:pt x="20878" y="13929"/>
                  </a:cubicBezTo>
                  <a:cubicBezTo>
                    <a:pt x="24727" y="13929"/>
                    <a:pt x="27858" y="10831"/>
                    <a:pt x="27858" y="6981"/>
                  </a:cubicBezTo>
                  <a:cubicBezTo>
                    <a:pt x="27858" y="3132"/>
                    <a:pt x="24727" y="1"/>
                    <a:pt x="20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2"/>
            <p:cNvSpPr/>
            <p:nvPr/>
          </p:nvSpPr>
          <p:spPr>
            <a:xfrm>
              <a:off x="3800200" y="3717825"/>
              <a:ext cx="1914000" cy="1043875"/>
            </a:xfrm>
            <a:custGeom>
              <a:avLst/>
              <a:gdLst/>
              <a:ahLst/>
              <a:cxnLst/>
              <a:rect l="l" t="t" r="r" b="b"/>
              <a:pathLst>
                <a:path w="76560" h="41755" extrusionOk="0">
                  <a:moveTo>
                    <a:pt x="1" y="1"/>
                  </a:moveTo>
                  <a:lnTo>
                    <a:pt x="1" y="41754"/>
                  </a:lnTo>
                  <a:lnTo>
                    <a:pt x="69579" y="41754"/>
                  </a:lnTo>
                  <a:cubicBezTo>
                    <a:pt x="73428" y="41754"/>
                    <a:pt x="76559" y="38623"/>
                    <a:pt x="76559" y="34774"/>
                  </a:cubicBezTo>
                  <a:lnTo>
                    <a:pt x="76559" y="20878"/>
                  </a:lnTo>
                  <a:cubicBezTo>
                    <a:pt x="76559" y="9363"/>
                    <a:pt x="67197" y="1"/>
                    <a:pt x="556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2"/>
            <p:cNvSpPr/>
            <p:nvPr/>
          </p:nvSpPr>
          <p:spPr>
            <a:xfrm>
              <a:off x="3800200" y="933725"/>
              <a:ext cx="348250" cy="521950"/>
            </a:xfrm>
            <a:custGeom>
              <a:avLst/>
              <a:gdLst/>
              <a:ahLst/>
              <a:cxnLst/>
              <a:rect l="l" t="t" r="r" b="b"/>
              <a:pathLst>
                <a:path w="13930" h="20878" extrusionOk="0">
                  <a:moveTo>
                    <a:pt x="6949" y="1"/>
                  </a:moveTo>
                  <a:cubicBezTo>
                    <a:pt x="4502" y="1"/>
                    <a:pt x="2186" y="425"/>
                    <a:pt x="1" y="1208"/>
                  </a:cubicBezTo>
                  <a:lnTo>
                    <a:pt x="1" y="20877"/>
                  </a:lnTo>
                  <a:cubicBezTo>
                    <a:pt x="1" y="17028"/>
                    <a:pt x="3099" y="13929"/>
                    <a:pt x="6949" y="13929"/>
                  </a:cubicBezTo>
                  <a:cubicBezTo>
                    <a:pt x="10798" y="13929"/>
                    <a:pt x="13929" y="10831"/>
                    <a:pt x="13929" y="6981"/>
                  </a:cubicBezTo>
                  <a:cubicBezTo>
                    <a:pt x="13929" y="3132"/>
                    <a:pt x="10798" y="1"/>
                    <a:pt x="6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2"/>
            <p:cNvSpPr/>
            <p:nvPr/>
          </p:nvSpPr>
          <p:spPr>
            <a:xfrm>
              <a:off x="1190625" y="4413450"/>
              <a:ext cx="5219200" cy="1043875"/>
            </a:xfrm>
            <a:custGeom>
              <a:avLst/>
              <a:gdLst/>
              <a:ahLst/>
              <a:cxnLst/>
              <a:rect l="l" t="t" r="r" b="b"/>
              <a:pathLst>
                <a:path w="208768" h="41755" extrusionOk="0">
                  <a:moveTo>
                    <a:pt x="20877" y="1"/>
                  </a:moveTo>
                  <a:cubicBezTo>
                    <a:pt x="9362" y="1"/>
                    <a:pt x="0" y="9363"/>
                    <a:pt x="0" y="20877"/>
                  </a:cubicBezTo>
                  <a:lnTo>
                    <a:pt x="0" y="34806"/>
                  </a:lnTo>
                  <a:cubicBezTo>
                    <a:pt x="0" y="38623"/>
                    <a:pt x="3132" y="41754"/>
                    <a:pt x="6948" y="41754"/>
                  </a:cubicBezTo>
                  <a:lnTo>
                    <a:pt x="201819" y="41754"/>
                  </a:lnTo>
                  <a:cubicBezTo>
                    <a:pt x="205636" y="41754"/>
                    <a:pt x="208767" y="38623"/>
                    <a:pt x="208767" y="34806"/>
                  </a:cubicBezTo>
                  <a:lnTo>
                    <a:pt x="208767" y="20877"/>
                  </a:lnTo>
                  <a:cubicBezTo>
                    <a:pt x="208767" y="9363"/>
                    <a:pt x="199405" y="1"/>
                    <a:pt x="1878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2"/>
            <p:cNvSpPr/>
            <p:nvPr/>
          </p:nvSpPr>
          <p:spPr>
            <a:xfrm>
              <a:off x="3800200" y="4413450"/>
              <a:ext cx="2609625" cy="1043875"/>
            </a:xfrm>
            <a:custGeom>
              <a:avLst/>
              <a:gdLst/>
              <a:ahLst/>
              <a:cxnLst/>
              <a:rect l="l" t="t" r="r" b="b"/>
              <a:pathLst>
                <a:path w="104385" h="41755" extrusionOk="0">
                  <a:moveTo>
                    <a:pt x="1" y="1"/>
                  </a:moveTo>
                  <a:lnTo>
                    <a:pt x="1" y="41754"/>
                  </a:lnTo>
                  <a:lnTo>
                    <a:pt x="97436" y="41754"/>
                  </a:lnTo>
                  <a:cubicBezTo>
                    <a:pt x="101253" y="41754"/>
                    <a:pt x="104384" y="38623"/>
                    <a:pt x="104384" y="34806"/>
                  </a:cubicBezTo>
                  <a:lnTo>
                    <a:pt x="104384" y="20877"/>
                  </a:lnTo>
                  <a:cubicBezTo>
                    <a:pt x="104384" y="9363"/>
                    <a:pt x="95022" y="1"/>
                    <a:pt x="835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3"/>
          <p:cNvSpPr txBox="1">
            <a:spLocks noGrp="1"/>
          </p:cNvSpPr>
          <p:nvPr>
            <p:ph type="title"/>
          </p:nvPr>
        </p:nvSpPr>
        <p:spPr>
          <a:xfrm>
            <a:off x="717450" y="198963"/>
            <a:ext cx="7709100" cy="77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DEMONSTRATION DE LA CONVOLUTION</a:t>
            </a:r>
            <a:endParaRPr/>
          </a:p>
        </p:txBody>
      </p:sp>
      <p:pic>
        <p:nvPicPr>
          <p:cNvPr id="1111" name="Google Shape;1111;p13" descr="A close-up of a pap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192" t="-1" r="-191" b="41239"/>
          <a:stretch/>
        </p:blipFill>
        <p:spPr>
          <a:xfrm>
            <a:off x="57283" y="1038386"/>
            <a:ext cx="4632700" cy="3848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3" descr="A close-up of a pap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58626"/>
          <a:stretch/>
        </p:blipFill>
        <p:spPr>
          <a:xfrm>
            <a:off x="4706446" y="2289491"/>
            <a:ext cx="4440551" cy="259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3"/>
          <p:cNvSpPr txBox="1"/>
          <p:nvPr/>
        </p:nvSpPr>
        <p:spPr>
          <a:xfrm>
            <a:off x="4706446" y="1224886"/>
            <a:ext cx="3870300" cy="9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Pour obtenir les contours.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Appliquons une matrice de convolution à un carré contenant le polyomino</a:t>
            </a:r>
            <a:endParaRPr sz="1400" b="0" i="0" u="none" strike="noStrike" cap="non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4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Mais ça ne suffit pas</a:t>
            </a:r>
            <a:endParaRPr/>
          </a:p>
        </p:txBody>
      </p:sp>
      <p:sp>
        <p:nvSpPr>
          <p:cNvPr id="1119" name="Google Shape;1119;p14"/>
          <p:cNvSpPr txBox="1"/>
          <p:nvPr/>
        </p:nvSpPr>
        <p:spPr>
          <a:xfrm>
            <a:off x="2395251" y="1336861"/>
            <a:ext cx="4945718" cy="70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Problème qui vient de la représentation des graphes</a:t>
            </a:r>
            <a:endParaRPr sz="1500" b="0" i="0" u="none" strike="noStrike" cap="non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20" name="Google Shape;1120;p14"/>
          <p:cNvSpPr txBox="1"/>
          <p:nvPr/>
        </p:nvSpPr>
        <p:spPr>
          <a:xfrm>
            <a:off x="3902500" y="2467149"/>
            <a:ext cx="350929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Nombre de cases adjacentes</a:t>
            </a:r>
            <a:endParaRPr sz="1500" b="0" i="0" u="none" strike="noStrike" cap="non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121" name="Google Shape;1121;p14"/>
          <p:cNvSpPr txBox="1"/>
          <p:nvPr/>
        </p:nvSpPr>
        <p:spPr>
          <a:xfrm>
            <a:off x="3902501" y="2832870"/>
            <a:ext cx="21603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Attaquons avec un nouvel attribut!</a:t>
            </a:r>
            <a:endParaRPr sz="1400" b="0" i="0" u="none" strike="noStrike" cap="none">
              <a:solidFill>
                <a:srgbClr val="FFFFFF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22" name="Google Shape;1122;p14"/>
          <p:cNvSpPr txBox="1"/>
          <p:nvPr/>
        </p:nvSpPr>
        <p:spPr>
          <a:xfrm>
            <a:off x="5409750" y="3611237"/>
            <a:ext cx="350929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Diminution du nombre d’erreurs</a:t>
            </a:r>
            <a:endParaRPr/>
          </a:p>
        </p:txBody>
      </p:sp>
      <p:sp>
        <p:nvSpPr>
          <p:cNvPr id="1123" name="Google Shape;1123;p14"/>
          <p:cNvSpPr txBox="1"/>
          <p:nvPr/>
        </p:nvSpPr>
        <p:spPr>
          <a:xfrm>
            <a:off x="5409751" y="3976950"/>
            <a:ext cx="2903562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rPr>
              <a:t>Mais nous nous sommes fait battre... Echec et mat </a:t>
            </a:r>
            <a:endParaRPr/>
          </a:p>
        </p:txBody>
      </p:sp>
      <p:grpSp>
        <p:nvGrpSpPr>
          <p:cNvPr id="1124" name="Google Shape;1124;p14"/>
          <p:cNvGrpSpPr/>
          <p:nvPr/>
        </p:nvGrpSpPr>
        <p:grpSpPr>
          <a:xfrm>
            <a:off x="1573949" y="1336847"/>
            <a:ext cx="687136" cy="702504"/>
            <a:chOff x="1247700" y="238125"/>
            <a:chExt cx="5105025" cy="5219200"/>
          </a:xfrm>
        </p:grpSpPr>
        <p:sp>
          <p:nvSpPr>
            <p:cNvPr id="1125" name="Google Shape;1125;p14"/>
            <p:cNvSpPr/>
            <p:nvPr/>
          </p:nvSpPr>
          <p:spPr>
            <a:xfrm>
              <a:off x="2949650" y="1372475"/>
              <a:ext cx="1701150" cy="1701950"/>
            </a:xfrm>
            <a:custGeom>
              <a:avLst/>
              <a:gdLst/>
              <a:ahLst/>
              <a:cxnLst/>
              <a:rect l="l" t="t" r="r" b="b"/>
              <a:pathLst>
                <a:path w="68046" h="68078" extrusionOk="0">
                  <a:moveTo>
                    <a:pt x="0" y="0"/>
                  </a:moveTo>
                  <a:lnTo>
                    <a:pt x="0" y="68078"/>
                  </a:lnTo>
                  <a:lnTo>
                    <a:pt x="68045" y="68078"/>
                  </a:lnTo>
                  <a:lnTo>
                    <a:pt x="680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4"/>
            <p:cNvSpPr/>
            <p:nvPr/>
          </p:nvSpPr>
          <p:spPr>
            <a:xfrm>
              <a:off x="3800200" y="1372475"/>
              <a:ext cx="850600" cy="1701950"/>
            </a:xfrm>
            <a:custGeom>
              <a:avLst/>
              <a:gdLst/>
              <a:ahLst/>
              <a:cxnLst/>
              <a:rect l="l" t="t" r="r" b="b"/>
              <a:pathLst>
                <a:path w="34024" h="68078" extrusionOk="0">
                  <a:moveTo>
                    <a:pt x="1" y="0"/>
                  </a:moveTo>
                  <a:lnTo>
                    <a:pt x="1" y="68078"/>
                  </a:lnTo>
                  <a:lnTo>
                    <a:pt x="34023" y="68078"/>
                  </a:lnTo>
                  <a:lnTo>
                    <a:pt x="340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1247700" y="2053400"/>
              <a:ext cx="5105025" cy="3403925"/>
            </a:xfrm>
            <a:custGeom>
              <a:avLst/>
              <a:gdLst/>
              <a:ahLst/>
              <a:cxnLst/>
              <a:rect l="l" t="t" r="r" b="b"/>
              <a:pathLst>
                <a:path w="204201" h="136157" extrusionOk="0">
                  <a:moveTo>
                    <a:pt x="6785" y="1"/>
                  </a:moveTo>
                  <a:cubicBezTo>
                    <a:pt x="3034" y="1"/>
                    <a:pt x="0" y="3067"/>
                    <a:pt x="0" y="6818"/>
                  </a:cubicBezTo>
                  <a:lnTo>
                    <a:pt x="0" y="129339"/>
                  </a:lnTo>
                  <a:cubicBezTo>
                    <a:pt x="0" y="133122"/>
                    <a:pt x="3034" y="136156"/>
                    <a:pt x="6785" y="136156"/>
                  </a:cubicBezTo>
                  <a:lnTo>
                    <a:pt x="197416" y="136156"/>
                  </a:lnTo>
                  <a:cubicBezTo>
                    <a:pt x="201167" y="136156"/>
                    <a:pt x="204201" y="133122"/>
                    <a:pt x="204201" y="129339"/>
                  </a:cubicBezTo>
                  <a:lnTo>
                    <a:pt x="204201" y="6818"/>
                  </a:lnTo>
                  <a:cubicBezTo>
                    <a:pt x="204201" y="3067"/>
                    <a:pt x="201167" y="1"/>
                    <a:pt x="197416" y="1"/>
                  </a:cubicBezTo>
                  <a:lnTo>
                    <a:pt x="170178" y="1"/>
                  </a:lnTo>
                  <a:cubicBezTo>
                    <a:pt x="166427" y="1"/>
                    <a:pt x="163361" y="3067"/>
                    <a:pt x="163361" y="6818"/>
                  </a:cubicBezTo>
                  <a:lnTo>
                    <a:pt x="163361" y="27238"/>
                  </a:lnTo>
                  <a:lnTo>
                    <a:pt x="149758" y="27238"/>
                  </a:lnTo>
                  <a:lnTo>
                    <a:pt x="149758" y="6818"/>
                  </a:lnTo>
                  <a:cubicBezTo>
                    <a:pt x="149758" y="3067"/>
                    <a:pt x="146692" y="1"/>
                    <a:pt x="142941" y="1"/>
                  </a:cubicBezTo>
                  <a:lnTo>
                    <a:pt x="115703" y="1"/>
                  </a:lnTo>
                  <a:cubicBezTo>
                    <a:pt x="111952" y="1"/>
                    <a:pt x="108918" y="3067"/>
                    <a:pt x="108918" y="6818"/>
                  </a:cubicBezTo>
                  <a:lnTo>
                    <a:pt x="108918" y="27238"/>
                  </a:lnTo>
                  <a:lnTo>
                    <a:pt x="95283" y="27238"/>
                  </a:lnTo>
                  <a:lnTo>
                    <a:pt x="95283" y="6818"/>
                  </a:lnTo>
                  <a:cubicBezTo>
                    <a:pt x="95283" y="3067"/>
                    <a:pt x="92249" y="1"/>
                    <a:pt x="88498" y="1"/>
                  </a:cubicBezTo>
                  <a:lnTo>
                    <a:pt x="61260" y="1"/>
                  </a:lnTo>
                  <a:cubicBezTo>
                    <a:pt x="57509" y="1"/>
                    <a:pt x="54443" y="3067"/>
                    <a:pt x="54443" y="6818"/>
                  </a:cubicBezTo>
                  <a:lnTo>
                    <a:pt x="54443" y="27238"/>
                  </a:lnTo>
                  <a:lnTo>
                    <a:pt x="40840" y="27238"/>
                  </a:lnTo>
                  <a:lnTo>
                    <a:pt x="40840" y="6818"/>
                  </a:lnTo>
                  <a:cubicBezTo>
                    <a:pt x="40840" y="3067"/>
                    <a:pt x="37774" y="1"/>
                    <a:pt x="34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3800200" y="2053400"/>
              <a:ext cx="2552525" cy="3403925"/>
            </a:xfrm>
            <a:custGeom>
              <a:avLst/>
              <a:gdLst/>
              <a:ahLst/>
              <a:cxnLst/>
              <a:rect l="l" t="t" r="r" b="b"/>
              <a:pathLst>
                <a:path w="102101" h="136157" extrusionOk="0">
                  <a:moveTo>
                    <a:pt x="13603" y="1"/>
                  </a:moveTo>
                  <a:cubicBezTo>
                    <a:pt x="9852" y="1"/>
                    <a:pt x="6818" y="3067"/>
                    <a:pt x="6818" y="6818"/>
                  </a:cubicBezTo>
                  <a:lnTo>
                    <a:pt x="6818" y="27238"/>
                  </a:lnTo>
                  <a:lnTo>
                    <a:pt x="1" y="27238"/>
                  </a:lnTo>
                  <a:lnTo>
                    <a:pt x="1" y="136156"/>
                  </a:lnTo>
                  <a:lnTo>
                    <a:pt x="95316" y="136156"/>
                  </a:lnTo>
                  <a:cubicBezTo>
                    <a:pt x="99067" y="136156"/>
                    <a:pt x="102101" y="133122"/>
                    <a:pt x="102101" y="129339"/>
                  </a:cubicBezTo>
                  <a:lnTo>
                    <a:pt x="102101" y="6818"/>
                  </a:lnTo>
                  <a:cubicBezTo>
                    <a:pt x="102101" y="3067"/>
                    <a:pt x="99067" y="1"/>
                    <a:pt x="95316" y="1"/>
                  </a:cubicBezTo>
                  <a:lnTo>
                    <a:pt x="68078" y="1"/>
                  </a:lnTo>
                  <a:cubicBezTo>
                    <a:pt x="64327" y="1"/>
                    <a:pt x="61261" y="3067"/>
                    <a:pt x="61261" y="6818"/>
                  </a:cubicBezTo>
                  <a:lnTo>
                    <a:pt x="61261" y="27238"/>
                  </a:lnTo>
                  <a:lnTo>
                    <a:pt x="47658" y="27238"/>
                  </a:lnTo>
                  <a:lnTo>
                    <a:pt x="47658" y="6818"/>
                  </a:lnTo>
                  <a:cubicBezTo>
                    <a:pt x="47658" y="3067"/>
                    <a:pt x="44592" y="1"/>
                    <a:pt x="408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2595725" y="238325"/>
              <a:ext cx="2409000" cy="1361700"/>
            </a:xfrm>
            <a:custGeom>
              <a:avLst/>
              <a:gdLst/>
              <a:ahLst/>
              <a:cxnLst/>
              <a:rect l="l" t="t" r="r" b="b"/>
              <a:pathLst>
                <a:path w="96360" h="54468" extrusionOk="0">
                  <a:moveTo>
                    <a:pt x="48180" y="0"/>
                  </a:moveTo>
                  <a:cubicBezTo>
                    <a:pt x="46434" y="0"/>
                    <a:pt x="44689" y="661"/>
                    <a:pt x="43352" y="1982"/>
                  </a:cubicBezTo>
                  <a:lnTo>
                    <a:pt x="2512" y="42822"/>
                  </a:lnTo>
                  <a:cubicBezTo>
                    <a:pt x="587" y="44779"/>
                    <a:pt x="0" y="47715"/>
                    <a:pt x="1044" y="50259"/>
                  </a:cubicBezTo>
                  <a:cubicBezTo>
                    <a:pt x="2088" y="52804"/>
                    <a:pt x="4567" y="54467"/>
                    <a:pt x="7339" y="54467"/>
                  </a:cubicBezTo>
                  <a:lnTo>
                    <a:pt x="89020" y="54467"/>
                  </a:lnTo>
                  <a:cubicBezTo>
                    <a:pt x="91792" y="54467"/>
                    <a:pt x="94271" y="52804"/>
                    <a:pt x="95315" y="50259"/>
                  </a:cubicBezTo>
                  <a:cubicBezTo>
                    <a:pt x="96359" y="47715"/>
                    <a:pt x="95772" y="44779"/>
                    <a:pt x="93847" y="42822"/>
                  </a:cubicBezTo>
                  <a:lnTo>
                    <a:pt x="53007" y="1982"/>
                  </a:lnTo>
                  <a:cubicBezTo>
                    <a:pt x="51670" y="661"/>
                    <a:pt x="49925" y="0"/>
                    <a:pt x="4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1927825" y="3415275"/>
              <a:ext cx="1021850" cy="1361100"/>
            </a:xfrm>
            <a:custGeom>
              <a:avLst/>
              <a:gdLst/>
              <a:ahLst/>
              <a:cxnLst/>
              <a:rect l="l" t="t" r="r" b="b"/>
              <a:pathLst>
                <a:path w="40874" h="54444" extrusionOk="0">
                  <a:moveTo>
                    <a:pt x="20420" y="1"/>
                  </a:moveTo>
                  <a:cubicBezTo>
                    <a:pt x="9167" y="1"/>
                    <a:pt x="0" y="9167"/>
                    <a:pt x="0" y="20421"/>
                  </a:cubicBezTo>
                  <a:lnTo>
                    <a:pt x="0" y="47659"/>
                  </a:lnTo>
                  <a:cubicBezTo>
                    <a:pt x="0" y="51410"/>
                    <a:pt x="3067" y="54444"/>
                    <a:pt x="6818" y="54444"/>
                  </a:cubicBezTo>
                  <a:lnTo>
                    <a:pt x="34055" y="54444"/>
                  </a:lnTo>
                  <a:cubicBezTo>
                    <a:pt x="37807" y="54444"/>
                    <a:pt x="40873" y="51410"/>
                    <a:pt x="40873" y="47659"/>
                  </a:cubicBezTo>
                  <a:lnTo>
                    <a:pt x="40873" y="20421"/>
                  </a:lnTo>
                  <a:cubicBezTo>
                    <a:pt x="40873" y="9167"/>
                    <a:pt x="31707" y="1"/>
                    <a:pt x="2042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4650775" y="3415275"/>
              <a:ext cx="1021825" cy="1361100"/>
            </a:xfrm>
            <a:custGeom>
              <a:avLst/>
              <a:gdLst/>
              <a:ahLst/>
              <a:cxnLst/>
              <a:rect l="l" t="t" r="r" b="b"/>
              <a:pathLst>
                <a:path w="40873" h="54444" extrusionOk="0">
                  <a:moveTo>
                    <a:pt x="20453" y="1"/>
                  </a:moveTo>
                  <a:cubicBezTo>
                    <a:pt x="9166" y="1"/>
                    <a:pt x="0" y="9167"/>
                    <a:pt x="0" y="20421"/>
                  </a:cubicBezTo>
                  <a:lnTo>
                    <a:pt x="0" y="47659"/>
                  </a:lnTo>
                  <a:cubicBezTo>
                    <a:pt x="0" y="51410"/>
                    <a:pt x="3066" y="54444"/>
                    <a:pt x="6818" y="54444"/>
                  </a:cubicBezTo>
                  <a:lnTo>
                    <a:pt x="34055" y="54444"/>
                  </a:lnTo>
                  <a:cubicBezTo>
                    <a:pt x="37807" y="54444"/>
                    <a:pt x="40873" y="51410"/>
                    <a:pt x="40873" y="47659"/>
                  </a:cubicBezTo>
                  <a:lnTo>
                    <a:pt x="40873" y="20421"/>
                  </a:lnTo>
                  <a:cubicBezTo>
                    <a:pt x="40873" y="9167"/>
                    <a:pt x="31707" y="1"/>
                    <a:pt x="204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3289700" y="3415275"/>
              <a:ext cx="1021025" cy="2042050"/>
            </a:xfrm>
            <a:custGeom>
              <a:avLst/>
              <a:gdLst/>
              <a:ahLst/>
              <a:cxnLst/>
              <a:rect l="l" t="t" r="r" b="b"/>
              <a:pathLst>
                <a:path w="40841" h="81682" extrusionOk="0">
                  <a:moveTo>
                    <a:pt x="20421" y="1"/>
                  </a:moveTo>
                  <a:cubicBezTo>
                    <a:pt x="9134" y="1"/>
                    <a:pt x="1" y="9135"/>
                    <a:pt x="1" y="20421"/>
                  </a:cubicBezTo>
                  <a:lnTo>
                    <a:pt x="1" y="81681"/>
                  </a:lnTo>
                  <a:lnTo>
                    <a:pt x="40841" y="81681"/>
                  </a:lnTo>
                  <a:lnTo>
                    <a:pt x="40841" y="20421"/>
                  </a:lnTo>
                  <a:cubicBezTo>
                    <a:pt x="40841" y="9135"/>
                    <a:pt x="31707" y="1"/>
                    <a:pt x="20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3800200" y="3415275"/>
              <a:ext cx="510525" cy="2042050"/>
            </a:xfrm>
            <a:custGeom>
              <a:avLst/>
              <a:gdLst/>
              <a:ahLst/>
              <a:cxnLst/>
              <a:rect l="l" t="t" r="r" b="b"/>
              <a:pathLst>
                <a:path w="20421" h="81682" extrusionOk="0">
                  <a:moveTo>
                    <a:pt x="1" y="1"/>
                  </a:moveTo>
                  <a:lnTo>
                    <a:pt x="1" y="81681"/>
                  </a:lnTo>
                  <a:lnTo>
                    <a:pt x="20421" y="81681"/>
                  </a:lnTo>
                  <a:lnTo>
                    <a:pt x="20421" y="20421"/>
                  </a:lnTo>
                  <a:cubicBezTo>
                    <a:pt x="20421" y="9135"/>
                    <a:pt x="11287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3800200" y="238125"/>
              <a:ext cx="1204525" cy="1361900"/>
            </a:xfrm>
            <a:custGeom>
              <a:avLst/>
              <a:gdLst/>
              <a:ahLst/>
              <a:cxnLst/>
              <a:rect l="l" t="t" r="r" b="b"/>
              <a:pathLst>
                <a:path w="48181" h="54476" extrusionOk="0">
                  <a:moveTo>
                    <a:pt x="1" y="0"/>
                  </a:moveTo>
                  <a:lnTo>
                    <a:pt x="1" y="54475"/>
                  </a:lnTo>
                  <a:lnTo>
                    <a:pt x="40841" y="54475"/>
                  </a:lnTo>
                  <a:cubicBezTo>
                    <a:pt x="43613" y="54475"/>
                    <a:pt x="46092" y="52812"/>
                    <a:pt x="47136" y="50267"/>
                  </a:cubicBezTo>
                  <a:cubicBezTo>
                    <a:pt x="48180" y="47723"/>
                    <a:pt x="47593" y="44787"/>
                    <a:pt x="45668" y="42830"/>
                  </a:cubicBezTo>
                  <a:lnTo>
                    <a:pt x="4828" y="1990"/>
                  </a:lnTo>
                  <a:cubicBezTo>
                    <a:pt x="3491" y="652"/>
                    <a:pt x="172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5" name="Google Shape;1135;p14"/>
          <p:cNvGrpSpPr/>
          <p:nvPr/>
        </p:nvGrpSpPr>
        <p:grpSpPr>
          <a:xfrm>
            <a:off x="3131845" y="2467144"/>
            <a:ext cx="687126" cy="659735"/>
            <a:chOff x="1140050" y="238100"/>
            <a:chExt cx="5436125" cy="5219425"/>
          </a:xfrm>
        </p:grpSpPr>
        <p:sp>
          <p:nvSpPr>
            <p:cNvPr id="1136" name="Google Shape;1136;p14"/>
            <p:cNvSpPr/>
            <p:nvPr/>
          </p:nvSpPr>
          <p:spPr>
            <a:xfrm>
              <a:off x="1140050" y="4014675"/>
              <a:ext cx="1493200" cy="1442850"/>
            </a:xfrm>
            <a:custGeom>
              <a:avLst/>
              <a:gdLst/>
              <a:ahLst/>
              <a:cxnLst/>
              <a:rect l="l" t="t" r="r" b="b"/>
              <a:pathLst>
                <a:path w="59728" h="57714" extrusionOk="0">
                  <a:moveTo>
                    <a:pt x="20975" y="1"/>
                  </a:moveTo>
                  <a:lnTo>
                    <a:pt x="8058" y="12918"/>
                  </a:lnTo>
                  <a:cubicBezTo>
                    <a:pt x="1" y="20943"/>
                    <a:pt x="1" y="33958"/>
                    <a:pt x="8058" y="41982"/>
                  </a:cubicBezTo>
                  <a:lnTo>
                    <a:pt x="17746" y="51670"/>
                  </a:lnTo>
                  <a:cubicBezTo>
                    <a:pt x="21758" y="55699"/>
                    <a:pt x="27018" y="57713"/>
                    <a:pt x="32278" y="57713"/>
                  </a:cubicBezTo>
                  <a:cubicBezTo>
                    <a:pt x="37538" y="57713"/>
                    <a:pt x="42798" y="55699"/>
                    <a:pt x="46810" y="51670"/>
                  </a:cubicBezTo>
                  <a:lnTo>
                    <a:pt x="59728" y="38753"/>
                  </a:lnTo>
                  <a:lnTo>
                    <a:pt x="209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1462175" y="4499075"/>
              <a:ext cx="1171075" cy="958450"/>
            </a:xfrm>
            <a:custGeom>
              <a:avLst/>
              <a:gdLst/>
              <a:ahLst/>
              <a:cxnLst/>
              <a:rect l="l" t="t" r="r" b="b"/>
              <a:pathLst>
                <a:path w="46843" h="38338" extrusionOk="0">
                  <a:moveTo>
                    <a:pt x="27466" y="1"/>
                  </a:moveTo>
                  <a:lnTo>
                    <a:pt x="0" y="27467"/>
                  </a:lnTo>
                  <a:lnTo>
                    <a:pt x="4861" y="32294"/>
                  </a:lnTo>
                  <a:cubicBezTo>
                    <a:pt x="8873" y="36323"/>
                    <a:pt x="14133" y="38337"/>
                    <a:pt x="19393" y="38337"/>
                  </a:cubicBezTo>
                  <a:cubicBezTo>
                    <a:pt x="24653" y="38337"/>
                    <a:pt x="29913" y="36323"/>
                    <a:pt x="33925" y="32294"/>
                  </a:cubicBezTo>
                  <a:lnTo>
                    <a:pt x="46843" y="19377"/>
                  </a:lnTo>
                  <a:lnTo>
                    <a:pt x="274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4"/>
            <p:cNvSpPr/>
            <p:nvPr/>
          </p:nvSpPr>
          <p:spPr>
            <a:xfrm>
              <a:off x="1661975" y="3611000"/>
              <a:ext cx="1374950" cy="1376600"/>
            </a:xfrm>
            <a:custGeom>
              <a:avLst/>
              <a:gdLst/>
              <a:ahLst/>
              <a:cxnLst/>
              <a:rect l="l" t="t" r="r" b="b"/>
              <a:pathLst>
                <a:path w="54998" h="55064" extrusionOk="0">
                  <a:moveTo>
                    <a:pt x="16245" y="1"/>
                  </a:moveTo>
                  <a:lnTo>
                    <a:pt x="98" y="16148"/>
                  </a:lnTo>
                  <a:lnTo>
                    <a:pt x="0" y="22508"/>
                  </a:lnTo>
                  <a:lnTo>
                    <a:pt x="32522" y="55063"/>
                  </a:lnTo>
                  <a:lnTo>
                    <a:pt x="38851" y="54900"/>
                  </a:lnTo>
                  <a:lnTo>
                    <a:pt x="54997" y="38753"/>
                  </a:lnTo>
                  <a:lnTo>
                    <a:pt x="162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4"/>
            <p:cNvSpPr/>
            <p:nvPr/>
          </p:nvSpPr>
          <p:spPr>
            <a:xfrm>
              <a:off x="2068075" y="4095400"/>
              <a:ext cx="968850" cy="892200"/>
            </a:xfrm>
            <a:custGeom>
              <a:avLst/>
              <a:gdLst/>
              <a:ahLst/>
              <a:cxnLst/>
              <a:rect l="l" t="t" r="r" b="b"/>
              <a:pathLst>
                <a:path w="38754" h="35688" extrusionOk="0">
                  <a:moveTo>
                    <a:pt x="19377" y="1"/>
                  </a:moveTo>
                  <a:lnTo>
                    <a:pt x="1" y="19377"/>
                  </a:lnTo>
                  <a:lnTo>
                    <a:pt x="16278" y="35687"/>
                  </a:lnTo>
                  <a:lnTo>
                    <a:pt x="22607" y="35524"/>
                  </a:lnTo>
                  <a:lnTo>
                    <a:pt x="38753" y="19377"/>
                  </a:lnTo>
                  <a:lnTo>
                    <a:pt x="193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2547600" y="238100"/>
              <a:ext cx="4028575" cy="3862225"/>
            </a:xfrm>
            <a:custGeom>
              <a:avLst/>
              <a:gdLst/>
              <a:ahLst/>
              <a:cxnLst/>
              <a:rect l="l" t="t" r="r" b="b"/>
              <a:pathLst>
                <a:path w="161143" h="154489" extrusionOk="0">
                  <a:moveTo>
                    <a:pt x="141906" y="1"/>
                  </a:moveTo>
                  <a:cubicBezTo>
                    <a:pt x="122575" y="1"/>
                    <a:pt x="85014" y="12389"/>
                    <a:pt x="83018" y="13571"/>
                  </a:cubicBezTo>
                  <a:cubicBezTo>
                    <a:pt x="81746" y="14354"/>
                    <a:pt x="78288" y="16441"/>
                    <a:pt x="38166" y="66317"/>
                  </a:cubicBezTo>
                  <a:cubicBezTo>
                    <a:pt x="13440" y="97078"/>
                    <a:pt x="3784" y="109571"/>
                    <a:pt x="0" y="115345"/>
                  </a:cubicBezTo>
                  <a:lnTo>
                    <a:pt x="39144" y="154489"/>
                  </a:lnTo>
                  <a:cubicBezTo>
                    <a:pt x="44918" y="150705"/>
                    <a:pt x="57444" y="141017"/>
                    <a:pt x="88172" y="116323"/>
                  </a:cubicBezTo>
                  <a:cubicBezTo>
                    <a:pt x="138048" y="76201"/>
                    <a:pt x="140103" y="72776"/>
                    <a:pt x="140918" y="71471"/>
                  </a:cubicBezTo>
                  <a:cubicBezTo>
                    <a:pt x="142386" y="68992"/>
                    <a:pt x="161143" y="11646"/>
                    <a:pt x="151976" y="2513"/>
                  </a:cubicBezTo>
                  <a:cubicBezTo>
                    <a:pt x="150196" y="726"/>
                    <a:pt x="146585" y="1"/>
                    <a:pt x="1419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4"/>
            <p:cNvSpPr/>
            <p:nvPr/>
          </p:nvSpPr>
          <p:spPr>
            <a:xfrm>
              <a:off x="3036900" y="300900"/>
              <a:ext cx="3539275" cy="3799425"/>
            </a:xfrm>
            <a:custGeom>
              <a:avLst/>
              <a:gdLst/>
              <a:ahLst/>
              <a:cxnLst/>
              <a:rect l="l" t="t" r="r" b="b"/>
              <a:pathLst>
                <a:path w="141571" h="151977" extrusionOk="0">
                  <a:moveTo>
                    <a:pt x="132404" y="1"/>
                  </a:moveTo>
                  <a:lnTo>
                    <a:pt x="0" y="132405"/>
                  </a:lnTo>
                  <a:lnTo>
                    <a:pt x="0" y="132405"/>
                  </a:lnTo>
                  <a:lnTo>
                    <a:pt x="19572" y="151977"/>
                  </a:lnTo>
                  <a:cubicBezTo>
                    <a:pt x="25346" y="148193"/>
                    <a:pt x="37872" y="138505"/>
                    <a:pt x="68600" y="113811"/>
                  </a:cubicBezTo>
                  <a:cubicBezTo>
                    <a:pt x="118476" y="73689"/>
                    <a:pt x="120531" y="70264"/>
                    <a:pt x="121346" y="68959"/>
                  </a:cubicBezTo>
                  <a:cubicBezTo>
                    <a:pt x="122814" y="66480"/>
                    <a:pt x="141571" y="9134"/>
                    <a:pt x="1324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4"/>
            <p:cNvSpPr/>
            <p:nvPr/>
          </p:nvSpPr>
          <p:spPr>
            <a:xfrm>
              <a:off x="1422225" y="4014675"/>
              <a:ext cx="1211025" cy="1211050"/>
            </a:xfrm>
            <a:custGeom>
              <a:avLst/>
              <a:gdLst/>
              <a:ahLst/>
              <a:cxnLst/>
              <a:rect l="l" t="t" r="r" b="b"/>
              <a:pathLst>
                <a:path w="48441" h="48442" extrusionOk="0">
                  <a:moveTo>
                    <a:pt x="9688" y="1"/>
                  </a:moveTo>
                  <a:lnTo>
                    <a:pt x="0" y="9689"/>
                  </a:lnTo>
                  <a:lnTo>
                    <a:pt x="38752" y="48441"/>
                  </a:lnTo>
                  <a:lnTo>
                    <a:pt x="48441" y="38753"/>
                  </a:lnTo>
                  <a:lnTo>
                    <a:pt x="9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1906625" y="4499075"/>
              <a:ext cx="726625" cy="726650"/>
            </a:xfrm>
            <a:custGeom>
              <a:avLst/>
              <a:gdLst/>
              <a:ahLst/>
              <a:cxnLst/>
              <a:rect l="l" t="t" r="r" b="b"/>
              <a:pathLst>
                <a:path w="29065" h="29066" extrusionOk="0">
                  <a:moveTo>
                    <a:pt x="9688" y="1"/>
                  </a:moveTo>
                  <a:lnTo>
                    <a:pt x="0" y="9689"/>
                  </a:lnTo>
                  <a:lnTo>
                    <a:pt x="19376" y="29065"/>
                  </a:lnTo>
                  <a:lnTo>
                    <a:pt x="29065" y="19377"/>
                  </a:lnTo>
                  <a:lnTo>
                    <a:pt x="96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1625275" y="2733950"/>
              <a:ext cx="2338875" cy="2238550"/>
            </a:xfrm>
            <a:custGeom>
              <a:avLst/>
              <a:gdLst/>
              <a:ahLst/>
              <a:cxnLst/>
              <a:rect l="l" t="t" r="r" b="b"/>
              <a:pathLst>
                <a:path w="93555" h="89542" extrusionOk="0">
                  <a:moveTo>
                    <a:pt x="22557" y="0"/>
                  </a:moveTo>
                  <a:cubicBezTo>
                    <a:pt x="17297" y="0"/>
                    <a:pt x="12037" y="2006"/>
                    <a:pt x="8025" y="6018"/>
                  </a:cubicBezTo>
                  <a:cubicBezTo>
                    <a:pt x="0" y="14043"/>
                    <a:pt x="0" y="27058"/>
                    <a:pt x="8025" y="35083"/>
                  </a:cubicBezTo>
                  <a:lnTo>
                    <a:pt x="56465" y="83523"/>
                  </a:lnTo>
                  <a:cubicBezTo>
                    <a:pt x="60478" y="87536"/>
                    <a:pt x="65738" y="89542"/>
                    <a:pt x="70998" y="89542"/>
                  </a:cubicBezTo>
                  <a:cubicBezTo>
                    <a:pt x="76257" y="89542"/>
                    <a:pt x="81517" y="87536"/>
                    <a:pt x="85530" y="83523"/>
                  </a:cubicBezTo>
                  <a:cubicBezTo>
                    <a:pt x="93554" y="75499"/>
                    <a:pt x="93554" y="62483"/>
                    <a:pt x="85530" y="54459"/>
                  </a:cubicBezTo>
                  <a:lnTo>
                    <a:pt x="37089" y="6018"/>
                  </a:lnTo>
                  <a:cubicBezTo>
                    <a:pt x="33077" y="2006"/>
                    <a:pt x="27817" y="0"/>
                    <a:pt x="225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2430975" y="3490325"/>
              <a:ext cx="1533175" cy="1482175"/>
            </a:xfrm>
            <a:custGeom>
              <a:avLst/>
              <a:gdLst/>
              <a:ahLst/>
              <a:cxnLst/>
              <a:rect l="l" t="t" r="r" b="b"/>
              <a:pathLst>
                <a:path w="61327" h="59287" extrusionOk="0">
                  <a:moveTo>
                    <a:pt x="29065" y="0"/>
                  </a:moveTo>
                  <a:lnTo>
                    <a:pt x="1" y="29064"/>
                  </a:lnTo>
                  <a:lnTo>
                    <a:pt x="24237" y="53268"/>
                  </a:lnTo>
                  <a:cubicBezTo>
                    <a:pt x="28250" y="57281"/>
                    <a:pt x="33510" y="59287"/>
                    <a:pt x="38770" y="59287"/>
                  </a:cubicBezTo>
                  <a:cubicBezTo>
                    <a:pt x="44029" y="59287"/>
                    <a:pt x="49289" y="57281"/>
                    <a:pt x="53302" y="53268"/>
                  </a:cubicBezTo>
                  <a:cubicBezTo>
                    <a:pt x="61326" y="45244"/>
                    <a:pt x="61326" y="32228"/>
                    <a:pt x="53302" y="24204"/>
                  </a:cubicBezTo>
                  <a:lnTo>
                    <a:pt x="290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14"/>
          <p:cNvGrpSpPr/>
          <p:nvPr/>
        </p:nvGrpSpPr>
        <p:grpSpPr>
          <a:xfrm>
            <a:off x="4856150" y="3663097"/>
            <a:ext cx="412283" cy="702504"/>
            <a:chOff x="2268700" y="238125"/>
            <a:chExt cx="3063025" cy="5219200"/>
          </a:xfrm>
        </p:grpSpPr>
        <p:sp>
          <p:nvSpPr>
            <p:cNvPr id="1147" name="Google Shape;1147;p14"/>
            <p:cNvSpPr/>
            <p:nvPr/>
          </p:nvSpPr>
          <p:spPr>
            <a:xfrm>
              <a:off x="2949650" y="238125"/>
              <a:ext cx="1701150" cy="1701950"/>
            </a:xfrm>
            <a:custGeom>
              <a:avLst/>
              <a:gdLst/>
              <a:ahLst/>
              <a:cxnLst/>
              <a:rect l="l" t="t" r="r" b="b"/>
              <a:pathLst>
                <a:path w="68046" h="68078" extrusionOk="0">
                  <a:moveTo>
                    <a:pt x="34023" y="0"/>
                  </a:moveTo>
                  <a:cubicBezTo>
                    <a:pt x="15266" y="0"/>
                    <a:pt x="0" y="15266"/>
                    <a:pt x="0" y="34023"/>
                  </a:cubicBezTo>
                  <a:cubicBezTo>
                    <a:pt x="0" y="52812"/>
                    <a:pt x="15266" y="68078"/>
                    <a:pt x="34023" y="68078"/>
                  </a:cubicBezTo>
                  <a:cubicBezTo>
                    <a:pt x="52779" y="68078"/>
                    <a:pt x="68045" y="52812"/>
                    <a:pt x="68045" y="34023"/>
                  </a:cubicBezTo>
                  <a:cubicBezTo>
                    <a:pt x="68045" y="15266"/>
                    <a:pt x="52779" y="0"/>
                    <a:pt x="340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3800200" y="238125"/>
              <a:ext cx="850600" cy="1701950"/>
            </a:xfrm>
            <a:custGeom>
              <a:avLst/>
              <a:gdLst/>
              <a:ahLst/>
              <a:cxnLst/>
              <a:rect l="l" t="t" r="r" b="b"/>
              <a:pathLst>
                <a:path w="34024" h="68078" extrusionOk="0">
                  <a:moveTo>
                    <a:pt x="1" y="0"/>
                  </a:moveTo>
                  <a:lnTo>
                    <a:pt x="1" y="68078"/>
                  </a:lnTo>
                  <a:cubicBezTo>
                    <a:pt x="18757" y="68078"/>
                    <a:pt x="34023" y="52812"/>
                    <a:pt x="34023" y="34023"/>
                  </a:cubicBezTo>
                  <a:cubicBezTo>
                    <a:pt x="34023" y="15266"/>
                    <a:pt x="18757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4"/>
            <p:cNvSpPr/>
            <p:nvPr/>
          </p:nvSpPr>
          <p:spPr>
            <a:xfrm>
              <a:off x="2855050" y="2280125"/>
              <a:ext cx="1876475" cy="1361900"/>
            </a:xfrm>
            <a:custGeom>
              <a:avLst/>
              <a:gdLst/>
              <a:ahLst/>
              <a:cxnLst/>
              <a:rect l="l" t="t" r="r" b="b"/>
              <a:pathLst>
                <a:path w="75059" h="54476" extrusionOk="0">
                  <a:moveTo>
                    <a:pt x="5154" y="0"/>
                  </a:moveTo>
                  <a:cubicBezTo>
                    <a:pt x="4632" y="1044"/>
                    <a:pt x="4306" y="2186"/>
                    <a:pt x="4339" y="3425"/>
                  </a:cubicBezTo>
                  <a:cubicBezTo>
                    <a:pt x="4828" y="15266"/>
                    <a:pt x="4110" y="28086"/>
                    <a:pt x="2316" y="40873"/>
                  </a:cubicBezTo>
                  <a:cubicBezTo>
                    <a:pt x="1696" y="45440"/>
                    <a:pt x="914" y="49974"/>
                    <a:pt x="0" y="54475"/>
                  </a:cubicBezTo>
                  <a:lnTo>
                    <a:pt x="75058" y="54475"/>
                  </a:lnTo>
                  <a:cubicBezTo>
                    <a:pt x="74112" y="49974"/>
                    <a:pt x="73362" y="45440"/>
                    <a:pt x="72710" y="40873"/>
                  </a:cubicBezTo>
                  <a:cubicBezTo>
                    <a:pt x="70948" y="28086"/>
                    <a:pt x="70198" y="15266"/>
                    <a:pt x="70687" y="3425"/>
                  </a:cubicBezTo>
                  <a:cubicBezTo>
                    <a:pt x="70753" y="2186"/>
                    <a:pt x="70459" y="1044"/>
                    <a:pt x="69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4"/>
            <p:cNvSpPr/>
            <p:nvPr/>
          </p:nvSpPr>
          <p:spPr>
            <a:xfrm>
              <a:off x="3800200" y="2280125"/>
              <a:ext cx="931325" cy="1361900"/>
            </a:xfrm>
            <a:custGeom>
              <a:avLst/>
              <a:gdLst/>
              <a:ahLst/>
              <a:cxnLst/>
              <a:rect l="l" t="t" r="r" b="b"/>
              <a:pathLst>
                <a:path w="37253" h="54476" extrusionOk="0">
                  <a:moveTo>
                    <a:pt x="1" y="0"/>
                  </a:moveTo>
                  <a:lnTo>
                    <a:pt x="1" y="54475"/>
                  </a:lnTo>
                  <a:lnTo>
                    <a:pt x="37252" y="54475"/>
                  </a:lnTo>
                  <a:cubicBezTo>
                    <a:pt x="36306" y="49974"/>
                    <a:pt x="35556" y="45440"/>
                    <a:pt x="34904" y="40873"/>
                  </a:cubicBezTo>
                  <a:cubicBezTo>
                    <a:pt x="33142" y="28086"/>
                    <a:pt x="32392" y="15266"/>
                    <a:pt x="32881" y="3425"/>
                  </a:cubicBezTo>
                  <a:cubicBezTo>
                    <a:pt x="32947" y="2186"/>
                    <a:pt x="32653" y="1044"/>
                    <a:pt x="320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4"/>
            <p:cNvSpPr/>
            <p:nvPr/>
          </p:nvSpPr>
          <p:spPr>
            <a:xfrm>
              <a:off x="2585925" y="3301925"/>
              <a:ext cx="2414700" cy="1348050"/>
            </a:xfrm>
            <a:custGeom>
              <a:avLst/>
              <a:gdLst/>
              <a:ahLst/>
              <a:cxnLst/>
              <a:rect l="l" t="t" r="r" b="b"/>
              <a:pathLst>
                <a:path w="96588" h="53922" extrusionOk="0">
                  <a:moveTo>
                    <a:pt x="13081" y="1"/>
                  </a:moveTo>
                  <a:cubicBezTo>
                    <a:pt x="12461" y="4568"/>
                    <a:pt x="11679" y="9102"/>
                    <a:pt x="10765" y="13603"/>
                  </a:cubicBezTo>
                  <a:cubicBezTo>
                    <a:pt x="8482" y="24661"/>
                    <a:pt x="5383" y="35393"/>
                    <a:pt x="1436" y="45049"/>
                  </a:cubicBezTo>
                  <a:cubicBezTo>
                    <a:pt x="1" y="48539"/>
                    <a:pt x="1664" y="52519"/>
                    <a:pt x="5155" y="53921"/>
                  </a:cubicBezTo>
                  <a:lnTo>
                    <a:pt x="91434" y="53921"/>
                  </a:lnTo>
                  <a:cubicBezTo>
                    <a:pt x="94924" y="52519"/>
                    <a:pt x="96588" y="48539"/>
                    <a:pt x="95153" y="45049"/>
                  </a:cubicBezTo>
                  <a:cubicBezTo>
                    <a:pt x="91173" y="35393"/>
                    <a:pt x="88074" y="24661"/>
                    <a:pt x="85823" y="13603"/>
                  </a:cubicBezTo>
                  <a:cubicBezTo>
                    <a:pt x="84877" y="9102"/>
                    <a:pt x="84127" y="4568"/>
                    <a:pt x="834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4"/>
            <p:cNvSpPr/>
            <p:nvPr/>
          </p:nvSpPr>
          <p:spPr>
            <a:xfrm>
              <a:off x="3800200" y="3301925"/>
              <a:ext cx="1200425" cy="1348050"/>
            </a:xfrm>
            <a:custGeom>
              <a:avLst/>
              <a:gdLst/>
              <a:ahLst/>
              <a:cxnLst/>
              <a:rect l="l" t="t" r="r" b="b"/>
              <a:pathLst>
                <a:path w="48017" h="53922" extrusionOk="0">
                  <a:moveTo>
                    <a:pt x="1" y="1"/>
                  </a:moveTo>
                  <a:lnTo>
                    <a:pt x="1" y="53921"/>
                  </a:lnTo>
                  <a:lnTo>
                    <a:pt x="42863" y="53921"/>
                  </a:lnTo>
                  <a:cubicBezTo>
                    <a:pt x="46353" y="52519"/>
                    <a:pt x="48017" y="48539"/>
                    <a:pt x="46582" y="45049"/>
                  </a:cubicBezTo>
                  <a:cubicBezTo>
                    <a:pt x="42602" y="35393"/>
                    <a:pt x="39503" y="24661"/>
                    <a:pt x="37252" y="13603"/>
                  </a:cubicBezTo>
                  <a:cubicBezTo>
                    <a:pt x="36306" y="9102"/>
                    <a:pt x="35556" y="4568"/>
                    <a:pt x="349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4"/>
            <p:cNvSpPr/>
            <p:nvPr/>
          </p:nvSpPr>
          <p:spPr>
            <a:xfrm>
              <a:off x="2268700" y="4322925"/>
              <a:ext cx="3063025" cy="1134400"/>
            </a:xfrm>
            <a:custGeom>
              <a:avLst/>
              <a:gdLst/>
              <a:ahLst/>
              <a:cxnLst/>
              <a:rect l="l" t="t" r="r" b="b"/>
              <a:pathLst>
                <a:path w="122521" h="45376" extrusionOk="0">
                  <a:moveTo>
                    <a:pt x="20420" y="1"/>
                  </a:moveTo>
                  <a:cubicBezTo>
                    <a:pt x="9167" y="1"/>
                    <a:pt x="0" y="9167"/>
                    <a:pt x="0" y="20421"/>
                  </a:cubicBezTo>
                  <a:lnTo>
                    <a:pt x="0" y="38558"/>
                  </a:lnTo>
                  <a:cubicBezTo>
                    <a:pt x="0" y="42341"/>
                    <a:pt x="3034" y="45375"/>
                    <a:pt x="6785" y="45375"/>
                  </a:cubicBezTo>
                  <a:lnTo>
                    <a:pt x="115736" y="45375"/>
                  </a:lnTo>
                  <a:cubicBezTo>
                    <a:pt x="119487" y="45375"/>
                    <a:pt x="122521" y="42341"/>
                    <a:pt x="122521" y="38558"/>
                  </a:cubicBezTo>
                  <a:lnTo>
                    <a:pt x="122521" y="20421"/>
                  </a:lnTo>
                  <a:cubicBezTo>
                    <a:pt x="122521" y="9167"/>
                    <a:pt x="113354" y="1"/>
                    <a:pt x="102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4"/>
            <p:cNvSpPr/>
            <p:nvPr/>
          </p:nvSpPr>
          <p:spPr>
            <a:xfrm>
              <a:off x="3800200" y="4322925"/>
              <a:ext cx="1531525" cy="1134400"/>
            </a:xfrm>
            <a:custGeom>
              <a:avLst/>
              <a:gdLst/>
              <a:ahLst/>
              <a:cxnLst/>
              <a:rect l="l" t="t" r="r" b="b"/>
              <a:pathLst>
                <a:path w="61261" h="45376" extrusionOk="0">
                  <a:moveTo>
                    <a:pt x="1" y="1"/>
                  </a:moveTo>
                  <a:lnTo>
                    <a:pt x="1" y="45375"/>
                  </a:lnTo>
                  <a:lnTo>
                    <a:pt x="54476" y="45375"/>
                  </a:lnTo>
                  <a:cubicBezTo>
                    <a:pt x="58227" y="45375"/>
                    <a:pt x="61261" y="42341"/>
                    <a:pt x="61261" y="38558"/>
                  </a:cubicBezTo>
                  <a:lnTo>
                    <a:pt x="61261" y="20421"/>
                  </a:lnTo>
                  <a:cubicBezTo>
                    <a:pt x="61261" y="9167"/>
                    <a:pt x="52094" y="1"/>
                    <a:pt x="408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4"/>
            <p:cNvSpPr/>
            <p:nvPr/>
          </p:nvSpPr>
          <p:spPr>
            <a:xfrm>
              <a:off x="2608750" y="1826700"/>
              <a:ext cx="2382925" cy="794325"/>
            </a:xfrm>
            <a:custGeom>
              <a:avLst/>
              <a:gdLst/>
              <a:ahLst/>
              <a:cxnLst/>
              <a:rect l="l" t="t" r="r" b="b"/>
              <a:pathLst>
                <a:path w="95317" h="31773" extrusionOk="0">
                  <a:moveTo>
                    <a:pt x="15887" y="0"/>
                  </a:moveTo>
                  <a:cubicBezTo>
                    <a:pt x="7112" y="0"/>
                    <a:pt x="1" y="7112"/>
                    <a:pt x="1" y="15886"/>
                  </a:cubicBezTo>
                  <a:cubicBezTo>
                    <a:pt x="1" y="24661"/>
                    <a:pt x="7112" y="31772"/>
                    <a:pt x="15887" y="31772"/>
                  </a:cubicBezTo>
                  <a:lnTo>
                    <a:pt x="79430" y="31772"/>
                  </a:lnTo>
                  <a:cubicBezTo>
                    <a:pt x="88205" y="31772"/>
                    <a:pt x="95316" y="24661"/>
                    <a:pt x="95316" y="15886"/>
                  </a:cubicBezTo>
                  <a:cubicBezTo>
                    <a:pt x="95316" y="7112"/>
                    <a:pt x="88205" y="0"/>
                    <a:pt x="794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4"/>
            <p:cNvSpPr/>
            <p:nvPr/>
          </p:nvSpPr>
          <p:spPr>
            <a:xfrm>
              <a:off x="3800200" y="1826700"/>
              <a:ext cx="1191475" cy="794325"/>
            </a:xfrm>
            <a:custGeom>
              <a:avLst/>
              <a:gdLst/>
              <a:ahLst/>
              <a:cxnLst/>
              <a:rect l="l" t="t" r="r" b="b"/>
              <a:pathLst>
                <a:path w="47659" h="31773" extrusionOk="0">
                  <a:moveTo>
                    <a:pt x="1" y="0"/>
                  </a:moveTo>
                  <a:lnTo>
                    <a:pt x="1" y="31772"/>
                  </a:lnTo>
                  <a:lnTo>
                    <a:pt x="31772" y="31772"/>
                  </a:lnTo>
                  <a:cubicBezTo>
                    <a:pt x="40547" y="31772"/>
                    <a:pt x="47658" y="24661"/>
                    <a:pt x="47658" y="15886"/>
                  </a:cubicBezTo>
                  <a:cubicBezTo>
                    <a:pt x="47658" y="7112"/>
                    <a:pt x="40547" y="0"/>
                    <a:pt x="31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5"/>
          <p:cNvSpPr txBox="1">
            <a:spLocks noGrp="1"/>
          </p:cNvSpPr>
          <p:nvPr>
            <p:ph type="title"/>
          </p:nvPr>
        </p:nvSpPr>
        <p:spPr>
          <a:xfrm>
            <a:off x="650025" y="2426800"/>
            <a:ext cx="4270500" cy="15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En suivant les règles de TETRIS</a:t>
            </a:r>
            <a:endParaRPr sz="1900"/>
          </a:p>
        </p:txBody>
      </p:sp>
      <p:sp>
        <p:nvSpPr>
          <p:cNvPr id="1162" name="Google Shape;1162;p15"/>
          <p:cNvSpPr txBox="1">
            <a:spLocks noGrp="1"/>
          </p:cNvSpPr>
          <p:nvPr>
            <p:ph type="title" idx="2"/>
          </p:nvPr>
        </p:nvSpPr>
        <p:spPr>
          <a:xfrm>
            <a:off x="493723" y="1584750"/>
            <a:ext cx="5900637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4800"/>
              <a:t>A-&gt;B</a:t>
            </a:r>
            <a:endParaRPr sz="4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6"/>
          <p:cNvSpPr txBox="1">
            <a:spLocks noGrp="1"/>
          </p:cNvSpPr>
          <p:nvPr>
            <p:ph type="title"/>
          </p:nvPr>
        </p:nvSpPr>
        <p:spPr>
          <a:xfrm>
            <a:off x="450450" y="493001"/>
            <a:ext cx="4938228" cy="8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ALGORITHME DU PONT</a:t>
            </a:r>
            <a:endParaRPr/>
          </a:p>
        </p:txBody>
      </p:sp>
      <p:sp>
        <p:nvSpPr>
          <p:cNvPr id="1168" name="Google Shape;1168;p16"/>
          <p:cNvSpPr txBox="1">
            <a:spLocks noGrp="1"/>
          </p:cNvSpPr>
          <p:nvPr>
            <p:ph type="subTitle" idx="1"/>
          </p:nvPr>
        </p:nvSpPr>
        <p:spPr>
          <a:xfrm>
            <a:off x="450450" y="1251955"/>
            <a:ext cx="67218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Notre algorithme fait maison permet d’aller de A à B en utilisant le moins de polyominos possibles</a:t>
            </a:r>
            <a:endParaRPr/>
          </a:p>
        </p:txBody>
      </p:sp>
      <p:sp>
        <p:nvSpPr>
          <p:cNvPr id="1169" name="Google Shape;1169;p16"/>
          <p:cNvSpPr txBox="1">
            <a:spLocks noGrp="1"/>
          </p:cNvSpPr>
          <p:nvPr>
            <p:ph type="body" idx="2"/>
          </p:nvPr>
        </p:nvSpPr>
        <p:spPr>
          <a:xfrm>
            <a:off x="653975" y="1890776"/>
            <a:ext cx="4360200" cy="27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Poser un polyomino sur la case de depart: A = (0,0) par convention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Choisir un point B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Calculer l’ensemble des tangentes entre le coin gauche du polyomino précédent et celui que l’on cherche a placer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Choisir la tangente maximale parmis les tangentes inférieur a celle allant du point A au point B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Puis on réitère cette algorithme jusqu'à atteindre le point B (ou le dépasser un peu) </a:t>
            </a:r>
            <a:endParaRPr/>
          </a:p>
        </p:txBody>
      </p:sp>
      <p:grpSp>
        <p:nvGrpSpPr>
          <p:cNvPr id="1170" name="Google Shape;1170;p16"/>
          <p:cNvGrpSpPr/>
          <p:nvPr/>
        </p:nvGrpSpPr>
        <p:grpSpPr>
          <a:xfrm>
            <a:off x="5135725" y="2619865"/>
            <a:ext cx="795928" cy="795928"/>
            <a:chOff x="1190625" y="238125"/>
            <a:chExt cx="5219200" cy="5219200"/>
          </a:xfrm>
        </p:grpSpPr>
        <p:sp>
          <p:nvSpPr>
            <p:cNvPr id="1171" name="Google Shape;1171;p16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7146" y="0"/>
                  </a:moveTo>
                  <a:cubicBezTo>
                    <a:pt x="65892" y="0"/>
                    <a:pt x="56726" y="9166"/>
                    <a:pt x="56726" y="20420"/>
                  </a:cubicBezTo>
                  <a:lnTo>
                    <a:pt x="56726" y="56726"/>
                  </a:lnTo>
                  <a:lnTo>
                    <a:pt x="20420" y="56726"/>
                  </a:lnTo>
                  <a:cubicBezTo>
                    <a:pt x="9166" y="56726"/>
                    <a:pt x="0" y="65892"/>
                    <a:pt x="0" y="77146"/>
                  </a:cubicBezTo>
                  <a:lnTo>
                    <a:pt x="0" y="131621"/>
                  </a:lnTo>
                  <a:cubicBezTo>
                    <a:pt x="0" y="142875"/>
                    <a:pt x="9166" y="152041"/>
                    <a:pt x="20420" y="152041"/>
                  </a:cubicBezTo>
                  <a:lnTo>
                    <a:pt x="56726" y="152041"/>
                  </a:lnTo>
                  <a:lnTo>
                    <a:pt x="56726" y="188347"/>
                  </a:lnTo>
                  <a:cubicBezTo>
                    <a:pt x="56726" y="199601"/>
                    <a:pt x="65892" y="208767"/>
                    <a:pt x="77146" y="208767"/>
                  </a:cubicBezTo>
                  <a:lnTo>
                    <a:pt x="131621" y="208767"/>
                  </a:lnTo>
                  <a:cubicBezTo>
                    <a:pt x="142875" y="208767"/>
                    <a:pt x="152041" y="199601"/>
                    <a:pt x="152041" y="188347"/>
                  </a:cubicBezTo>
                  <a:lnTo>
                    <a:pt x="152041" y="152041"/>
                  </a:lnTo>
                  <a:lnTo>
                    <a:pt x="188347" y="152041"/>
                  </a:lnTo>
                  <a:cubicBezTo>
                    <a:pt x="199601" y="152041"/>
                    <a:pt x="208767" y="142875"/>
                    <a:pt x="208767" y="131621"/>
                  </a:cubicBezTo>
                  <a:lnTo>
                    <a:pt x="208767" y="77146"/>
                  </a:lnTo>
                  <a:cubicBezTo>
                    <a:pt x="208767" y="65892"/>
                    <a:pt x="199601" y="56726"/>
                    <a:pt x="188347" y="56726"/>
                  </a:cubicBezTo>
                  <a:lnTo>
                    <a:pt x="152041" y="56726"/>
                  </a:lnTo>
                  <a:lnTo>
                    <a:pt x="152041" y="20420"/>
                  </a:lnTo>
                  <a:cubicBezTo>
                    <a:pt x="152041" y="9166"/>
                    <a:pt x="142875" y="0"/>
                    <a:pt x="131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800200" y="238125"/>
              <a:ext cx="2609625" cy="5219200"/>
            </a:xfrm>
            <a:custGeom>
              <a:avLst/>
              <a:gdLst/>
              <a:ahLst/>
              <a:cxnLst/>
              <a:rect l="l" t="t" r="r" b="b"/>
              <a:pathLst>
                <a:path w="104385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27238" y="208767"/>
                  </a:lnTo>
                  <a:cubicBezTo>
                    <a:pt x="38492" y="208767"/>
                    <a:pt x="47658" y="199601"/>
                    <a:pt x="47658" y="188347"/>
                  </a:cubicBezTo>
                  <a:lnTo>
                    <a:pt x="47658" y="152041"/>
                  </a:lnTo>
                  <a:lnTo>
                    <a:pt x="83964" y="152041"/>
                  </a:lnTo>
                  <a:cubicBezTo>
                    <a:pt x="95218" y="152041"/>
                    <a:pt x="104384" y="142875"/>
                    <a:pt x="104384" y="131621"/>
                  </a:cubicBezTo>
                  <a:lnTo>
                    <a:pt x="104384" y="77146"/>
                  </a:lnTo>
                  <a:cubicBezTo>
                    <a:pt x="104384" y="65892"/>
                    <a:pt x="95218" y="56726"/>
                    <a:pt x="83964" y="56726"/>
                  </a:cubicBezTo>
                  <a:lnTo>
                    <a:pt x="47658" y="56726"/>
                  </a:lnTo>
                  <a:lnTo>
                    <a:pt x="47658" y="20420"/>
                  </a:lnTo>
                  <a:cubicBezTo>
                    <a:pt x="47658" y="9166"/>
                    <a:pt x="38492" y="0"/>
                    <a:pt x="27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1854425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21102" y="1"/>
                  </a:moveTo>
                  <a:cubicBezTo>
                    <a:pt x="19360" y="1"/>
                    <a:pt x="17615" y="661"/>
                    <a:pt x="16278" y="1982"/>
                  </a:cubicBezTo>
                  <a:lnTo>
                    <a:pt x="2675" y="15585"/>
                  </a:lnTo>
                  <a:cubicBezTo>
                    <a:pt x="1" y="18260"/>
                    <a:pt x="1" y="22565"/>
                    <a:pt x="2675" y="25240"/>
                  </a:cubicBezTo>
                  <a:lnTo>
                    <a:pt x="16278" y="38843"/>
                  </a:lnTo>
                  <a:cubicBezTo>
                    <a:pt x="17615" y="40180"/>
                    <a:pt x="19344" y="40833"/>
                    <a:pt x="21106" y="40833"/>
                  </a:cubicBezTo>
                  <a:cubicBezTo>
                    <a:pt x="22834" y="40833"/>
                    <a:pt x="24596" y="40180"/>
                    <a:pt x="25901" y="38843"/>
                  </a:cubicBezTo>
                  <a:cubicBezTo>
                    <a:pt x="28576" y="36168"/>
                    <a:pt x="28576" y="31862"/>
                    <a:pt x="25901" y="29220"/>
                  </a:cubicBezTo>
                  <a:lnTo>
                    <a:pt x="17126" y="20413"/>
                  </a:lnTo>
                  <a:lnTo>
                    <a:pt x="25901" y="11605"/>
                  </a:lnTo>
                  <a:cubicBezTo>
                    <a:pt x="28576" y="8963"/>
                    <a:pt x="28576" y="4625"/>
                    <a:pt x="25901" y="1982"/>
                  </a:cubicBezTo>
                  <a:cubicBezTo>
                    <a:pt x="24580" y="661"/>
                    <a:pt x="22843" y="1"/>
                    <a:pt x="2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5031600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7475" y="1"/>
                  </a:moveTo>
                  <a:cubicBezTo>
                    <a:pt x="5734" y="1"/>
                    <a:pt x="3996" y="661"/>
                    <a:pt x="2675" y="1982"/>
                  </a:cubicBezTo>
                  <a:cubicBezTo>
                    <a:pt x="1" y="4657"/>
                    <a:pt x="1" y="8963"/>
                    <a:pt x="2675" y="11605"/>
                  </a:cubicBezTo>
                  <a:lnTo>
                    <a:pt x="11450" y="20413"/>
                  </a:lnTo>
                  <a:lnTo>
                    <a:pt x="2675" y="29220"/>
                  </a:lnTo>
                  <a:cubicBezTo>
                    <a:pt x="1" y="31862"/>
                    <a:pt x="1" y="36168"/>
                    <a:pt x="2675" y="38843"/>
                  </a:cubicBezTo>
                  <a:cubicBezTo>
                    <a:pt x="3980" y="40180"/>
                    <a:pt x="5742" y="40833"/>
                    <a:pt x="7471" y="40833"/>
                  </a:cubicBezTo>
                  <a:cubicBezTo>
                    <a:pt x="9232" y="40833"/>
                    <a:pt x="10961" y="40180"/>
                    <a:pt x="12298" y="38843"/>
                  </a:cubicBezTo>
                  <a:lnTo>
                    <a:pt x="25901" y="25240"/>
                  </a:lnTo>
                  <a:cubicBezTo>
                    <a:pt x="28576" y="22565"/>
                    <a:pt x="28576" y="18260"/>
                    <a:pt x="25901" y="15585"/>
                  </a:cubicBezTo>
                  <a:lnTo>
                    <a:pt x="12298" y="1982"/>
                  </a:lnTo>
                  <a:cubicBezTo>
                    <a:pt x="10961" y="661"/>
                    <a:pt x="9216" y="1"/>
                    <a:pt x="7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273400" y="4095825"/>
              <a:ext cx="1053625" cy="680550"/>
            </a:xfrm>
            <a:custGeom>
              <a:avLst/>
              <a:gdLst/>
              <a:ahLst/>
              <a:cxnLst/>
              <a:rect l="l" t="t" r="r" b="b"/>
              <a:pathLst>
                <a:path w="42145" h="27222" extrusionOk="0">
                  <a:moveTo>
                    <a:pt x="7466" y="0"/>
                  </a:moveTo>
                  <a:cubicBezTo>
                    <a:pt x="5725" y="0"/>
                    <a:pt x="3980" y="669"/>
                    <a:pt x="2642" y="2006"/>
                  </a:cubicBezTo>
                  <a:cubicBezTo>
                    <a:pt x="0" y="4649"/>
                    <a:pt x="0" y="8954"/>
                    <a:pt x="2642" y="11629"/>
                  </a:cubicBezTo>
                  <a:lnTo>
                    <a:pt x="16245" y="25232"/>
                  </a:lnTo>
                  <a:cubicBezTo>
                    <a:pt x="17582" y="26569"/>
                    <a:pt x="19344" y="27222"/>
                    <a:pt x="21073" y="27222"/>
                  </a:cubicBezTo>
                  <a:cubicBezTo>
                    <a:pt x="22801" y="27222"/>
                    <a:pt x="24563" y="26569"/>
                    <a:pt x="25900" y="25232"/>
                  </a:cubicBezTo>
                  <a:lnTo>
                    <a:pt x="39503" y="11629"/>
                  </a:lnTo>
                  <a:cubicBezTo>
                    <a:pt x="42145" y="8954"/>
                    <a:pt x="42145" y="4649"/>
                    <a:pt x="39503" y="2006"/>
                  </a:cubicBezTo>
                  <a:cubicBezTo>
                    <a:pt x="38165" y="669"/>
                    <a:pt x="36420" y="0"/>
                    <a:pt x="34679" y="0"/>
                  </a:cubicBezTo>
                  <a:cubicBezTo>
                    <a:pt x="32938" y="0"/>
                    <a:pt x="31201" y="669"/>
                    <a:pt x="29880" y="2006"/>
                  </a:cubicBezTo>
                  <a:lnTo>
                    <a:pt x="21073" y="10781"/>
                  </a:lnTo>
                  <a:lnTo>
                    <a:pt x="12265" y="2006"/>
                  </a:lnTo>
                  <a:cubicBezTo>
                    <a:pt x="10944" y="669"/>
                    <a:pt x="9207" y="0"/>
                    <a:pt x="7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800200" y="4095825"/>
              <a:ext cx="526825" cy="680550"/>
            </a:xfrm>
            <a:custGeom>
              <a:avLst/>
              <a:gdLst/>
              <a:ahLst/>
              <a:cxnLst/>
              <a:rect l="l" t="t" r="r" b="b"/>
              <a:pathLst>
                <a:path w="21073" h="27222" extrusionOk="0">
                  <a:moveTo>
                    <a:pt x="13607" y="0"/>
                  </a:moveTo>
                  <a:cubicBezTo>
                    <a:pt x="11866" y="0"/>
                    <a:pt x="10129" y="669"/>
                    <a:pt x="8808" y="2006"/>
                  </a:cubicBezTo>
                  <a:lnTo>
                    <a:pt x="1" y="10781"/>
                  </a:lnTo>
                  <a:lnTo>
                    <a:pt x="1" y="27222"/>
                  </a:lnTo>
                  <a:cubicBezTo>
                    <a:pt x="1729" y="27222"/>
                    <a:pt x="3491" y="26569"/>
                    <a:pt x="4828" y="25232"/>
                  </a:cubicBezTo>
                  <a:lnTo>
                    <a:pt x="18431" y="11629"/>
                  </a:lnTo>
                  <a:cubicBezTo>
                    <a:pt x="21073" y="8954"/>
                    <a:pt x="21073" y="4649"/>
                    <a:pt x="18431" y="2006"/>
                  </a:cubicBezTo>
                  <a:cubicBezTo>
                    <a:pt x="17093" y="669"/>
                    <a:pt x="15348" y="0"/>
                    <a:pt x="13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273400" y="918650"/>
              <a:ext cx="1053625" cy="681375"/>
            </a:xfrm>
            <a:custGeom>
              <a:avLst/>
              <a:gdLst/>
              <a:ahLst/>
              <a:cxnLst/>
              <a:rect l="l" t="t" r="r" b="b"/>
              <a:pathLst>
                <a:path w="42145" h="27255" extrusionOk="0">
                  <a:moveTo>
                    <a:pt x="21073" y="0"/>
                  </a:moveTo>
                  <a:cubicBezTo>
                    <a:pt x="19327" y="0"/>
                    <a:pt x="17582" y="669"/>
                    <a:pt x="16245" y="2006"/>
                  </a:cubicBezTo>
                  <a:lnTo>
                    <a:pt x="2642" y="15609"/>
                  </a:lnTo>
                  <a:cubicBezTo>
                    <a:pt x="0" y="18284"/>
                    <a:pt x="0" y="22590"/>
                    <a:pt x="2642" y="25232"/>
                  </a:cubicBezTo>
                  <a:cubicBezTo>
                    <a:pt x="3980" y="26569"/>
                    <a:pt x="5725" y="27238"/>
                    <a:pt x="7466" y="27238"/>
                  </a:cubicBezTo>
                  <a:cubicBezTo>
                    <a:pt x="9207" y="27238"/>
                    <a:pt x="10944" y="26569"/>
                    <a:pt x="12265" y="25232"/>
                  </a:cubicBezTo>
                  <a:lnTo>
                    <a:pt x="21073" y="16457"/>
                  </a:lnTo>
                  <a:lnTo>
                    <a:pt x="29880" y="25232"/>
                  </a:lnTo>
                  <a:cubicBezTo>
                    <a:pt x="31217" y="26569"/>
                    <a:pt x="32946" y="27254"/>
                    <a:pt x="34675" y="27254"/>
                  </a:cubicBezTo>
                  <a:cubicBezTo>
                    <a:pt x="36437" y="27254"/>
                    <a:pt x="38165" y="26569"/>
                    <a:pt x="39503" y="25232"/>
                  </a:cubicBezTo>
                  <a:cubicBezTo>
                    <a:pt x="42145" y="22590"/>
                    <a:pt x="42145" y="18284"/>
                    <a:pt x="39503" y="15609"/>
                  </a:cubicBezTo>
                  <a:lnTo>
                    <a:pt x="25900" y="2006"/>
                  </a:lnTo>
                  <a:cubicBezTo>
                    <a:pt x="24563" y="669"/>
                    <a:pt x="22818" y="0"/>
                    <a:pt x="2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800200" y="919050"/>
              <a:ext cx="526825" cy="680975"/>
            </a:xfrm>
            <a:custGeom>
              <a:avLst/>
              <a:gdLst/>
              <a:ahLst/>
              <a:cxnLst/>
              <a:rect l="l" t="t" r="r" b="b"/>
              <a:pathLst>
                <a:path w="21073" h="27239" extrusionOk="0">
                  <a:moveTo>
                    <a:pt x="1" y="1"/>
                  </a:moveTo>
                  <a:lnTo>
                    <a:pt x="1" y="16441"/>
                  </a:lnTo>
                  <a:lnTo>
                    <a:pt x="8808" y="25216"/>
                  </a:lnTo>
                  <a:cubicBezTo>
                    <a:pt x="10145" y="26553"/>
                    <a:pt x="11874" y="27238"/>
                    <a:pt x="13603" y="27238"/>
                  </a:cubicBezTo>
                  <a:cubicBezTo>
                    <a:pt x="15365" y="27238"/>
                    <a:pt x="17093" y="26553"/>
                    <a:pt x="18431" y="25216"/>
                  </a:cubicBezTo>
                  <a:cubicBezTo>
                    <a:pt x="21073" y="22574"/>
                    <a:pt x="21073" y="18268"/>
                    <a:pt x="18431" y="15593"/>
                  </a:cubicBezTo>
                  <a:lnTo>
                    <a:pt x="4828" y="1990"/>
                  </a:lnTo>
                  <a:cubicBezTo>
                    <a:pt x="3491" y="653"/>
                    <a:pt x="1729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289700" y="23372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1" y="1"/>
                  </a:moveTo>
                  <a:cubicBezTo>
                    <a:pt x="9167" y="1"/>
                    <a:pt x="1" y="9167"/>
                    <a:pt x="1" y="20421"/>
                  </a:cubicBezTo>
                  <a:cubicBezTo>
                    <a:pt x="1" y="31674"/>
                    <a:pt x="9167" y="40841"/>
                    <a:pt x="20421" y="40841"/>
                  </a:cubicBezTo>
                  <a:cubicBezTo>
                    <a:pt x="31674" y="40841"/>
                    <a:pt x="40841" y="31674"/>
                    <a:pt x="40841" y="20421"/>
                  </a:cubicBezTo>
                  <a:cubicBezTo>
                    <a:pt x="40841" y="9167"/>
                    <a:pt x="31674" y="1"/>
                    <a:pt x="20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800200" y="2337200"/>
              <a:ext cx="510525" cy="1021025"/>
            </a:xfrm>
            <a:custGeom>
              <a:avLst/>
              <a:gdLst/>
              <a:ahLst/>
              <a:cxnLst/>
              <a:rect l="l" t="t" r="r" b="b"/>
              <a:pathLst>
                <a:path w="20421" h="40841" extrusionOk="0">
                  <a:moveTo>
                    <a:pt x="1" y="1"/>
                  </a:moveTo>
                  <a:lnTo>
                    <a:pt x="1" y="40841"/>
                  </a:lnTo>
                  <a:cubicBezTo>
                    <a:pt x="11254" y="40841"/>
                    <a:pt x="20421" y="31674"/>
                    <a:pt x="20421" y="20421"/>
                  </a:cubicBezTo>
                  <a:cubicBezTo>
                    <a:pt x="20421" y="9167"/>
                    <a:pt x="1125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1" name="Google Shape;1181;p16"/>
          <p:cNvGrpSpPr/>
          <p:nvPr/>
        </p:nvGrpSpPr>
        <p:grpSpPr>
          <a:xfrm>
            <a:off x="6195888" y="2619865"/>
            <a:ext cx="795928" cy="795928"/>
            <a:chOff x="1190625" y="238125"/>
            <a:chExt cx="5219200" cy="5219200"/>
          </a:xfrm>
        </p:grpSpPr>
        <p:sp>
          <p:nvSpPr>
            <p:cNvPr id="1182" name="Google Shape;1182;p16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7146" y="0"/>
                  </a:moveTo>
                  <a:cubicBezTo>
                    <a:pt x="65892" y="0"/>
                    <a:pt x="56726" y="9166"/>
                    <a:pt x="56726" y="20420"/>
                  </a:cubicBezTo>
                  <a:lnTo>
                    <a:pt x="56726" y="56726"/>
                  </a:lnTo>
                  <a:lnTo>
                    <a:pt x="20420" y="56726"/>
                  </a:lnTo>
                  <a:cubicBezTo>
                    <a:pt x="9166" y="56726"/>
                    <a:pt x="0" y="65892"/>
                    <a:pt x="0" y="77146"/>
                  </a:cubicBezTo>
                  <a:lnTo>
                    <a:pt x="0" y="131621"/>
                  </a:lnTo>
                  <a:cubicBezTo>
                    <a:pt x="0" y="142875"/>
                    <a:pt x="9166" y="152041"/>
                    <a:pt x="20420" y="152041"/>
                  </a:cubicBezTo>
                  <a:lnTo>
                    <a:pt x="56726" y="152041"/>
                  </a:lnTo>
                  <a:lnTo>
                    <a:pt x="56726" y="188347"/>
                  </a:lnTo>
                  <a:cubicBezTo>
                    <a:pt x="56726" y="199601"/>
                    <a:pt x="65892" y="208767"/>
                    <a:pt x="77146" y="208767"/>
                  </a:cubicBezTo>
                  <a:lnTo>
                    <a:pt x="131621" y="208767"/>
                  </a:lnTo>
                  <a:cubicBezTo>
                    <a:pt x="142875" y="208767"/>
                    <a:pt x="152041" y="199601"/>
                    <a:pt x="152041" y="188347"/>
                  </a:cubicBezTo>
                  <a:lnTo>
                    <a:pt x="152041" y="152041"/>
                  </a:lnTo>
                  <a:lnTo>
                    <a:pt x="188347" y="152041"/>
                  </a:lnTo>
                  <a:cubicBezTo>
                    <a:pt x="199601" y="152041"/>
                    <a:pt x="208767" y="142875"/>
                    <a:pt x="208767" y="131621"/>
                  </a:cubicBezTo>
                  <a:lnTo>
                    <a:pt x="208767" y="77146"/>
                  </a:lnTo>
                  <a:cubicBezTo>
                    <a:pt x="208767" y="65892"/>
                    <a:pt x="199601" y="56726"/>
                    <a:pt x="188347" y="56726"/>
                  </a:cubicBezTo>
                  <a:lnTo>
                    <a:pt x="152041" y="56726"/>
                  </a:lnTo>
                  <a:lnTo>
                    <a:pt x="152041" y="20420"/>
                  </a:lnTo>
                  <a:cubicBezTo>
                    <a:pt x="152041" y="9166"/>
                    <a:pt x="142875" y="0"/>
                    <a:pt x="131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800200" y="238125"/>
              <a:ext cx="2609625" cy="5219200"/>
            </a:xfrm>
            <a:custGeom>
              <a:avLst/>
              <a:gdLst/>
              <a:ahLst/>
              <a:cxnLst/>
              <a:rect l="l" t="t" r="r" b="b"/>
              <a:pathLst>
                <a:path w="104385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27238" y="208767"/>
                  </a:lnTo>
                  <a:cubicBezTo>
                    <a:pt x="38492" y="208767"/>
                    <a:pt x="47658" y="199601"/>
                    <a:pt x="47658" y="188347"/>
                  </a:cubicBezTo>
                  <a:lnTo>
                    <a:pt x="47658" y="152041"/>
                  </a:lnTo>
                  <a:lnTo>
                    <a:pt x="83964" y="152041"/>
                  </a:lnTo>
                  <a:cubicBezTo>
                    <a:pt x="95218" y="152041"/>
                    <a:pt x="104384" y="142875"/>
                    <a:pt x="104384" y="131621"/>
                  </a:cubicBezTo>
                  <a:lnTo>
                    <a:pt x="104384" y="77146"/>
                  </a:lnTo>
                  <a:cubicBezTo>
                    <a:pt x="104384" y="65892"/>
                    <a:pt x="95218" y="56726"/>
                    <a:pt x="83964" y="56726"/>
                  </a:cubicBezTo>
                  <a:lnTo>
                    <a:pt x="47658" y="56726"/>
                  </a:lnTo>
                  <a:lnTo>
                    <a:pt x="47658" y="20420"/>
                  </a:lnTo>
                  <a:cubicBezTo>
                    <a:pt x="47658" y="9166"/>
                    <a:pt x="38492" y="0"/>
                    <a:pt x="27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1854425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21102" y="1"/>
                  </a:moveTo>
                  <a:cubicBezTo>
                    <a:pt x="19360" y="1"/>
                    <a:pt x="17615" y="661"/>
                    <a:pt x="16278" y="1982"/>
                  </a:cubicBezTo>
                  <a:lnTo>
                    <a:pt x="2675" y="15585"/>
                  </a:lnTo>
                  <a:cubicBezTo>
                    <a:pt x="1" y="18260"/>
                    <a:pt x="1" y="22565"/>
                    <a:pt x="2675" y="25240"/>
                  </a:cubicBezTo>
                  <a:lnTo>
                    <a:pt x="16278" y="38843"/>
                  </a:lnTo>
                  <a:cubicBezTo>
                    <a:pt x="17615" y="40180"/>
                    <a:pt x="19344" y="40833"/>
                    <a:pt x="21106" y="40833"/>
                  </a:cubicBezTo>
                  <a:cubicBezTo>
                    <a:pt x="22834" y="40833"/>
                    <a:pt x="24596" y="40180"/>
                    <a:pt x="25901" y="38843"/>
                  </a:cubicBezTo>
                  <a:cubicBezTo>
                    <a:pt x="28576" y="36168"/>
                    <a:pt x="28576" y="31862"/>
                    <a:pt x="25901" y="29220"/>
                  </a:cubicBezTo>
                  <a:lnTo>
                    <a:pt x="17126" y="20413"/>
                  </a:lnTo>
                  <a:lnTo>
                    <a:pt x="25901" y="11605"/>
                  </a:lnTo>
                  <a:cubicBezTo>
                    <a:pt x="28576" y="8963"/>
                    <a:pt x="28576" y="4625"/>
                    <a:pt x="25901" y="1982"/>
                  </a:cubicBezTo>
                  <a:cubicBezTo>
                    <a:pt x="24580" y="661"/>
                    <a:pt x="22843" y="1"/>
                    <a:pt x="2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5031600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7475" y="1"/>
                  </a:moveTo>
                  <a:cubicBezTo>
                    <a:pt x="5734" y="1"/>
                    <a:pt x="3996" y="661"/>
                    <a:pt x="2675" y="1982"/>
                  </a:cubicBezTo>
                  <a:cubicBezTo>
                    <a:pt x="1" y="4657"/>
                    <a:pt x="1" y="8963"/>
                    <a:pt x="2675" y="11605"/>
                  </a:cubicBezTo>
                  <a:lnTo>
                    <a:pt x="11450" y="20413"/>
                  </a:lnTo>
                  <a:lnTo>
                    <a:pt x="2675" y="29220"/>
                  </a:lnTo>
                  <a:cubicBezTo>
                    <a:pt x="1" y="31862"/>
                    <a:pt x="1" y="36168"/>
                    <a:pt x="2675" y="38843"/>
                  </a:cubicBezTo>
                  <a:cubicBezTo>
                    <a:pt x="3980" y="40180"/>
                    <a:pt x="5742" y="40833"/>
                    <a:pt x="7471" y="40833"/>
                  </a:cubicBezTo>
                  <a:cubicBezTo>
                    <a:pt x="9232" y="40833"/>
                    <a:pt x="10961" y="40180"/>
                    <a:pt x="12298" y="38843"/>
                  </a:cubicBezTo>
                  <a:lnTo>
                    <a:pt x="25901" y="25240"/>
                  </a:lnTo>
                  <a:cubicBezTo>
                    <a:pt x="28576" y="22565"/>
                    <a:pt x="28576" y="18260"/>
                    <a:pt x="25901" y="15585"/>
                  </a:cubicBezTo>
                  <a:lnTo>
                    <a:pt x="12298" y="1982"/>
                  </a:lnTo>
                  <a:cubicBezTo>
                    <a:pt x="10961" y="661"/>
                    <a:pt x="9216" y="1"/>
                    <a:pt x="7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273400" y="4095825"/>
              <a:ext cx="1053625" cy="680550"/>
            </a:xfrm>
            <a:custGeom>
              <a:avLst/>
              <a:gdLst/>
              <a:ahLst/>
              <a:cxnLst/>
              <a:rect l="l" t="t" r="r" b="b"/>
              <a:pathLst>
                <a:path w="42145" h="27222" extrusionOk="0">
                  <a:moveTo>
                    <a:pt x="7466" y="0"/>
                  </a:moveTo>
                  <a:cubicBezTo>
                    <a:pt x="5725" y="0"/>
                    <a:pt x="3980" y="669"/>
                    <a:pt x="2642" y="2006"/>
                  </a:cubicBezTo>
                  <a:cubicBezTo>
                    <a:pt x="0" y="4649"/>
                    <a:pt x="0" y="8954"/>
                    <a:pt x="2642" y="11629"/>
                  </a:cubicBezTo>
                  <a:lnTo>
                    <a:pt x="16245" y="25232"/>
                  </a:lnTo>
                  <a:cubicBezTo>
                    <a:pt x="17582" y="26569"/>
                    <a:pt x="19344" y="27222"/>
                    <a:pt x="21073" y="27222"/>
                  </a:cubicBezTo>
                  <a:cubicBezTo>
                    <a:pt x="22801" y="27222"/>
                    <a:pt x="24563" y="26569"/>
                    <a:pt x="25900" y="25232"/>
                  </a:cubicBezTo>
                  <a:lnTo>
                    <a:pt x="39503" y="11629"/>
                  </a:lnTo>
                  <a:cubicBezTo>
                    <a:pt x="42145" y="8954"/>
                    <a:pt x="42145" y="4649"/>
                    <a:pt x="39503" y="2006"/>
                  </a:cubicBezTo>
                  <a:cubicBezTo>
                    <a:pt x="38165" y="669"/>
                    <a:pt x="36420" y="0"/>
                    <a:pt x="34679" y="0"/>
                  </a:cubicBezTo>
                  <a:cubicBezTo>
                    <a:pt x="32938" y="0"/>
                    <a:pt x="31201" y="669"/>
                    <a:pt x="29880" y="2006"/>
                  </a:cubicBezTo>
                  <a:lnTo>
                    <a:pt x="21073" y="10781"/>
                  </a:lnTo>
                  <a:lnTo>
                    <a:pt x="12265" y="2006"/>
                  </a:lnTo>
                  <a:cubicBezTo>
                    <a:pt x="10944" y="669"/>
                    <a:pt x="9207" y="0"/>
                    <a:pt x="7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800200" y="4095825"/>
              <a:ext cx="526825" cy="680550"/>
            </a:xfrm>
            <a:custGeom>
              <a:avLst/>
              <a:gdLst/>
              <a:ahLst/>
              <a:cxnLst/>
              <a:rect l="l" t="t" r="r" b="b"/>
              <a:pathLst>
                <a:path w="21073" h="27222" extrusionOk="0">
                  <a:moveTo>
                    <a:pt x="13607" y="0"/>
                  </a:moveTo>
                  <a:cubicBezTo>
                    <a:pt x="11866" y="0"/>
                    <a:pt x="10129" y="669"/>
                    <a:pt x="8808" y="2006"/>
                  </a:cubicBezTo>
                  <a:lnTo>
                    <a:pt x="1" y="10781"/>
                  </a:lnTo>
                  <a:lnTo>
                    <a:pt x="1" y="27222"/>
                  </a:lnTo>
                  <a:cubicBezTo>
                    <a:pt x="1729" y="27222"/>
                    <a:pt x="3491" y="26569"/>
                    <a:pt x="4828" y="25232"/>
                  </a:cubicBezTo>
                  <a:lnTo>
                    <a:pt x="18431" y="11629"/>
                  </a:lnTo>
                  <a:cubicBezTo>
                    <a:pt x="21073" y="8954"/>
                    <a:pt x="21073" y="4649"/>
                    <a:pt x="18431" y="2006"/>
                  </a:cubicBezTo>
                  <a:cubicBezTo>
                    <a:pt x="17093" y="669"/>
                    <a:pt x="15348" y="0"/>
                    <a:pt x="13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273400" y="918650"/>
              <a:ext cx="1053625" cy="681375"/>
            </a:xfrm>
            <a:custGeom>
              <a:avLst/>
              <a:gdLst/>
              <a:ahLst/>
              <a:cxnLst/>
              <a:rect l="l" t="t" r="r" b="b"/>
              <a:pathLst>
                <a:path w="42145" h="27255" extrusionOk="0">
                  <a:moveTo>
                    <a:pt x="21073" y="0"/>
                  </a:moveTo>
                  <a:cubicBezTo>
                    <a:pt x="19327" y="0"/>
                    <a:pt x="17582" y="669"/>
                    <a:pt x="16245" y="2006"/>
                  </a:cubicBezTo>
                  <a:lnTo>
                    <a:pt x="2642" y="15609"/>
                  </a:lnTo>
                  <a:cubicBezTo>
                    <a:pt x="0" y="18284"/>
                    <a:pt x="0" y="22590"/>
                    <a:pt x="2642" y="25232"/>
                  </a:cubicBezTo>
                  <a:cubicBezTo>
                    <a:pt x="3980" y="26569"/>
                    <a:pt x="5725" y="27238"/>
                    <a:pt x="7466" y="27238"/>
                  </a:cubicBezTo>
                  <a:cubicBezTo>
                    <a:pt x="9207" y="27238"/>
                    <a:pt x="10944" y="26569"/>
                    <a:pt x="12265" y="25232"/>
                  </a:cubicBezTo>
                  <a:lnTo>
                    <a:pt x="21073" y="16457"/>
                  </a:lnTo>
                  <a:lnTo>
                    <a:pt x="29880" y="25232"/>
                  </a:lnTo>
                  <a:cubicBezTo>
                    <a:pt x="31217" y="26569"/>
                    <a:pt x="32946" y="27254"/>
                    <a:pt x="34675" y="27254"/>
                  </a:cubicBezTo>
                  <a:cubicBezTo>
                    <a:pt x="36437" y="27254"/>
                    <a:pt x="38165" y="26569"/>
                    <a:pt x="39503" y="25232"/>
                  </a:cubicBezTo>
                  <a:cubicBezTo>
                    <a:pt x="42145" y="22590"/>
                    <a:pt x="42145" y="18284"/>
                    <a:pt x="39503" y="15609"/>
                  </a:cubicBezTo>
                  <a:lnTo>
                    <a:pt x="25900" y="2006"/>
                  </a:lnTo>
                  <a:cubicBezTo>
                    <a:pt x="24563" y="669"/>
                    <a:pt x="22818" y="0"/>
                    <a:pt x="2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800200" y="919050"/>
              <a:ext cx="526825" cy="680975"/>
            </a:xfrm>
            <a:custGeom>
              <a:avLst/>
              <a:gdLst/>
              <a:ahLst/>
              <a:cxnLst/>
              <a:rect l="l" t="t" r="r" b="b"/>
              <a:pathLst>
                <a:path w="21073" h="27239" extrusionOk="0">
                  <a:moveTo>
                    <a:pt x="1" y="1"/>
                  </a:moveTo>
                  <a:lnTo>
                    <a:pt x="1" y="16441"/>
                  </a:lnTo>
                  <a:lnTo>
                    <a:pt x="8808" y="25216"/>
                  </a:lnTo>
                  <a:cubicBezTo>
                    <a:pt x="10145" y="26553"/>
                    <a:pt x="11874" y="27238"/>
                    <a:pt x="13603" y="27238"/>
                  </a:cubicBezTo>
                  <a:cubicBezTo>
                    <a:pt x="15365" y="27238"/>
                    <a:pt x="17093" y="26553"/>
                    <a:pt x="18431" y="25216"/>
                  </a:cubicBezTo>
                  <a:cubicBezTo>
                    <a:pt x="21073" y="22574"/>
                    <a:pt x="21073" y="18268"/>
                    <a:pt x="18431" y="15593"/>
                  </a:cubicBezTo>
                  <a:lnTo>
                    <a:pt x="4828" y="1990"/>
                  </a:lnTo>
                  <a:cubicBezTo>
                    <a:pt x="3491" y="653"/>
                    <a:pt x="1729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289700" y="23372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1" y="1"/>
                  </a:moveTo>
                  <a:cubicBezTo>
                    <a:pt x="9167" y="1"/>
                    <a:pt x="1" y="9167"/>
                    <a:pt x="1" y="20421"/>
                  </a:cubicBezTo>
                  <a:cubicBezTo>
                    <a:pt x="1" y="31674"/>
                    <a:pt x="9167" y="40841"/>
                    <a:pt x="20421" y="40841"/>
                  </a:cubicBezTo>
                  <a:cubicBezTo>
                    <a:pt x="31674" y="40841"/>
                    <a:pt x="40841" y="31674"/>
                    <a:pt x="40841" y="20421"/>
                  </a:cubicBezTo>
                  <a:cubicBezTo>
                    <a:pt x="40841" y="9167"/>
                    <a:pt x="31674" y="1"/>
                    <a:pt x="20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800200" y="2337200"/>
              <a:ext cx="510525" cy="1021025"/>
            </a:xfrm>
            <a:custGeom>
              <a:avLst/>
              <a:gdLst/>
              <a:ahLst/>
              <a:cxnLst/>
              <a:rect l="l" t="t" r="r" b="b"/>
              <a:pathLst>
                <a:path w="20421" h="40841" extrusionOk="0">
                  <a:moveTo>
                    <a:pt x="1" y="1"/>
                  </a:moveTo>
                  <a:lnTo>
                    <a:pt x="1" y="40841"/>
                  </a:lnTo>
                  <a:cubicBezTo>
                    <a:pt x="11254" y="40841"/>
                    <a:pt x="20421" y="31674"/>
                    <a:pt x="20421" y="20421"/>
                  </a:cubicBezTo>
                  <a:cubicBezTo>
                    <a:pt x="20421" y="9167"/>
                    <a:pt x="1125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2" name="Google Shape;1192;p16"/>
          <p:cNvGrpSpPr/>
          <p:nvPr/>
        </p:nvGrpSpPr>
        <p:grpSpPr>
          <a:xfrm>
            <a:off x="5135725" y="1823940"/>
            <a:ext cx="795928" cy="795928"/>
            <a:chOff x="1190625" y="238125"/>
            <a:chExt cx="5219200" cy="5219200"/>
          </a:xfrm>
        </p:grpSpPr>
        <p:sp>
          <p:nvSpPr>
            <p:cNvPr id="1193" name="Google Shape;1193;p16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7146" y="0"/>
                  </a:moveTo>
                  <a:cubicBezTo>
                    <a:pt x="65892" y="0"/>
                    <a:pt x="56726" y="9166"/>
                    <a:pt x="56726" y="20420"/>
                  </a:cubicBezTo>
                  <a:lnTo>
                    <a:pt x="56726" y="56726"/>
                  </a:lnTo>
                  <a:lnTo>
                    <a:pt x="20420" y="56726"/>
                  </a:lnTo>
                  <a:cubicBezTo>
                    <a:pt x="9166" y="56726"/>
                    <a:pt x="0" y="65892"/>
                    <a:pt x="0" y="77146"/>
                  </a:cubicBezTo>
                  <a:lnTo>
                    <a:pt x="0" y="131621"/>
                  </a:lnTo>
                  <a:cubicBezTo>
                    <a:pt x="0" y="142875"/>
                    <a:pt x="9166" y="152041"/>
                    <a:pt x="20420" y="152041"/>
                  </a:cubicBezTo>
                  <a:lnTo>
                    <a:pt x="56726" y="152041"/>
                  </a:lnTo>
                  <a:lnTo>
                    <a:pt x="56726" y="188347"/>
                  </a:lnTo>
                  <a:cubicBezTo>
                    <a:pt x="56726" y="199601"/>
                    <a:pt x="65892" y="208767"/>
                    <a:pt x="77146" y="208767"/>
                  </a:cubicBezTo>
                  <a:lnTo>
                    <a:pt x="131621" y="208767"/>
                  </a:lnTo>
                  <a:cubicBezTo>
                    <a:pt x="142875" y="208767"/>
                    <a:pt x="152041" y="199601"/>
                    <a:pt x="152041" y="188347"/>
                  </a:cubicBezTo>
                  <a:lnTo>
                    <a:pt x="152041" y="152041"/>
                  </a:lnTo>
                  <a:lnTo>
                    <a:pt x="188347" y="152041"/>
                  </a:lnTo>
                  <a:cubicBezTo>
                    <a:pt x="199601" y="152041"/>
                    <a:pt x="208767" y="142875"/>
                    <a:pt x="208767" y="131621"/>
                  </a:cubicBezTo>
                  <a:lnTo>
                    <a:pt x="208767" y="77146"/>
                  </a:lnTo>
                  <a:cubicBezTo>
                    <a:pt x="208767" y="65892"/>
                    <a:pt x="199601" y="56726"/>
                    <a:pt x="188347" y="56726"/>
                  </a:cubicBezTo>
                  <a:lnTo>
                    <a:pt x="152041" y="56726"/>
                  </a:lnTo>
                  <a:lnTo>
                    <a:pt x="152041" y="20420"/>
                  </a:lnTo>
                  <a:cubicBezTo>
                    <a:pt x="152041" y="9166"/>
                    <a:pt x="142875" y="0"/>
                    <a:pt x="131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800200" y="238125"/>
              <a:ext cx="2609625" cy="5219200"/>
            </a:xfrm>
            <a:custGeom>
              <a:avLst/>
              <a:gdLst/>
              <a:ahLst/>
              <a:cxnLst/>
              <a:rect l="l" t="t" r="r" b="b"/>
              <a:pathLst>
                <a:path w="104385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27238" y="208767"/>
                  </a:lnTo>
                  <a:cubicBezTo>
                    <a:pt x="38492" y="208767"/>
                    <a:pt x="47658" y="199601"/>
                    <a:pt x="47658" y="188347"/>
                  </a:cubicBezTo>
                  <a:lnTo>
                    <a:pt x="47658" y="152041"/>
                  </a:lnTo>
                  <a:lnTo>
                    <a:pt x="83964" y="152041"/>
                  </a:lnTo>
                  <a:cubicBezTo>
                    <a:pt x="95218" y="152041"/>
                    <a:pt x="104384" y="142875"/>
                    <a:pt x="104384" y="131621"/>
                  </a:cubicBezTo>
                  <a:lnTo>
                    <a:pt x="104384" y="77146"/>
                  </a:lnTo>
                  <a:cubicBezTo>
                    <a:pt x="104384" y="65892"/>
                    <a:pt x="95218" y="56726"/>
                    <a:pt x="83964" y="56726"/>
                  </a:cubicBezTo>
                  <a:lnTo>
                    <a:pt x="47658" y="56726"/>
                  </a:lnTo>
                  <a:lnTo>
                    <a:pt x="47658" y="20420"/>
                  </a:lnTo>
                  <a:cubicBezTo>
                    <a:pt x="47658" y="9166"/>
                    <a:pt x="38492" y="0"/>
                    <a:pt x="27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1854425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21102" y="1"/>
                  </a:moveTo>
                  <a:cubicBezTo>
                    <a:pt x="19360" y="1"/>
                    <a:pt x="17615" y="661"/>
                    <a:pt x="16278" y="1982"/>
                  </a:cubicBezTo>
                  <a:lnTo>
                    <a:pt x="2675" y="15585"/>
                  </a:lnTo>
                  <a:cubicBezTo>
                    <a:pt x="1" y="18260"/>
                    <a:pt x="1" y="22565"/>
                    <a:pt x="2675" y="25240"/>
                  </a:cubicBezTo>
                  <a:lnTo>
                    <a:pt x="16278" y="38843"/>
                  </a:lnTo>
                  <a:cubicBezTo>
                    <a:pt x="17615" y="40180"/>
                    <a:pt x="19344" y="40833"/>
                    <a:pt x="21106" y="40833"/>
                  </a:cubicBezTo>
                  <a:cubicBezTo>
                    <a:pt x="22834" y="40833"/>
                    <a:pt x="24596" y="40180"/>
                    <a:pt x="25901" y="38843"/>
                  </a:cubicBezTo>
                  <a:cubicBezTo>
                    <a:pt x="28576" y="36168"/>
                    <a:pt x="28576" y="31862"/>
                    <a:pt x="25901" y="29220"/>
                  </a:cubicBezTo>
                  <a:lnTo>
                    <a:pt x="17126" y="20413"/>
                  </a:lnTo>
                  <a:lnTo>
                    <a:pt x="25901" y="11605"/>
                  </a:lnTo>
                  <a:cubicBezTo>
                    <a:pt x="28576" y="8963"/>
                    <a:pt x="28576" y="4625"/>
                    <a:pt x="25901" y="1982"/>
                  </a:cubicBezTo>
                  <a:cubicBezTo>
                    <a:pt x="24580" y="661"/>
                    <a:pt x="22843" y="1"/>
                    <a:pt x="2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5031600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7475" y="1"/>
                  </a:moveTo>
                  <a:cubicBezTo>
                    <a:pt x="5734" y="1"/>
                    <a:pt x="3996" y="661"/>
                    <a:pt x="2675" y="1982"/>
                  </a:cubicBezTo>
                  <a:cubicBezTo>
                    <a:pt x="1" y="4657"/>
                    <a:pt x="1" y="8963"/>
                    <a:pt x="2675" y="11605"/>
                  </a:cubicBezTo>
                  <a:lnTo>
                    <a:pt x="11450" y="20413"/>
                  </a:lnTo>
                  <a:lnTo>
                    <a:pt x="2675" y="29220"/>
                  </a:lnTo>
                  <a:cubicBezTo>
                    <a:pt x="1" y="31862"/>
                    <a:pt x="1" y="36168"/>
                    <a:pt x="2675" y="38843"/>
                  </a:cubicBezTo>
                  <a:cubicBezTo>
                    <a:pt x="3980" y="40180"/>
                    <a:pt x="5742" y="40833"/>
                    <a:pt x="7471" y="40833"/>
                  </a:cubicBezTo>
                  <a:cubicBezTo>
                    <a:pt x="9232" y="40833"/>
                    <a:pt x="10961" y="40180"/>
                    <a:pt x="12298" y="38843"/>
                  </a:cubicBezTo>
                  <a:lnTo>
                    <a:pt x="25901" y="25240"/>
                  </a:lnTo>
                  <a:cubicBezTo>
                    <a:pt x="28576" y="22565"/>
                    <a:pt x="28576" y="18260"/>
                    <a:pt x="25901" y="15585"/>
                  </a:cubicBezTo>
                  <a:lnTo>
                    <a:pt x="12298" y="1982"/>
                  </a:lnTo>
                  <a:cubicBezTo>
                    <a:pt x="10961" y="661"/>
                    <a:pt x="9216" y="1"/>
                    <a:pt x="7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273400" y="4095825"/>
              <a:ext cx="1053625" cy="680550"/>
            </a:xfrm>
            <a:custGeom>
              <a:avLst/>
              <a:gdLst/>
              <a:ahLst/>
              <a:cxnLst/>
              <a:rect l="l" t="t" r="r" b="b"/>
              <a:pathLst>
                <a:path w="42145" h="27222" extrusionOk="0">
                  <a:moveTo>
                    <a:pt x="7466" y="0"/>
                  </a:moveTo>
                  <a:cubicBezTo>
                    <a:pt x="5725" y="0"/>
                    <a:pt x="3980" y="669"/>
                    <a:pt x="2642" y="2006"/>
                  </a:cubicBezTo>
                  <a:cubicBezTo>
                    <a:pt x="0" y="4649"/>
                    <a:pt x="0" y="8954"/>
                    <a:pt x="2642" y="11629"/>
                  </a:cubicBezTo>
                  <a:lnTo>
                    <a:pt x="16245" y="25232"/>
                  </a:lnTo>
                  <a:cubicBezTo>
                    <a:pt x="17582" y="26569"/>
                    <a:pt x="19344" y="27222"/>
                    <a:pt x="21073" y="27222"/>
                  </a:cubicBezTo>
                  <a:cubicBezTo>
                    <a:pt x="22801" y="27222"/>
                    <a:pt x="24563" y="26569"/>
                    <a:pt x="25900" y="25232"/>
                  </a:cubicBezTo>
                  <a:lnTo>
                    <a:pt x="39503" y="11629"/>
                  </a:lnTo>
                  <a:cubicBezTo>
                    <a:pt x="42145" y="8954"/>
                    <a:pt x="42145" y="4649"/>
                    <a:pt x="39503" y="2006"/>
                  </a:cubicBezTo>
                  <a:cubicBezTo>
                    <a:pt x="38165" y="669"/>
                    <a:pt x="36420" y="0"/>
                    <a:pt x="34679" y="0"/>
                  </a:cubicBezTo>
                  <a:cubicBezTo>
                    <a:pt x="32938" y="0"/>
                    <a:pt x="31201" y="669"/>
                    <a:pt x="29880" y="2006"/>
                  </a:cubicBezTo>
                  <a:lnTo>
                    <a:pt x="21073" y="10781"/>
                  </a:lnTo>
                  <a:lnTo>
                    <a:pt x="12265" y="2006"/>
                  </a:lnTo>
                  <a:cubicBezTo>
                    <a:pt x="10944" y="669"/>
                    <a:pt x="9207" y="0"/>
                    <a:pt x="7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800200" y="4095825"/>
              <a:ext cx="526825" cy="680550"/>
            </a:xfrm>
            <a:custGeom>
              <a:avLst/>
              <a:gdLst/>
              <a:ahLst/>
              <a:cxnLst/>
              <a:rect l="l" t="t" r="r" b="b"/>
              <a:pathLst>
                <a:path w="21073" h="27222" extrusionOk="0">
                  <a:moveTo>
                    <a:pt x="13607" y="0"/>
                  </a:moveTo>
                  <a:cubicBezTo>
                    <a:pt x="11866" y="0"/>
                    <a:pt x="10129" y="669"/>
                    <a:pt x="8808" y="2006"/>
                  </a:cubicBezTo>
                  <a:lnTo>
                    <a:pt x="1" y="10781"/>
                  </a:lnTo>
                  <a:lnTo>
                    <a:pt x="1" y="27222"/>
                  </a:lnTo>
                  <a:cubicBezTo>
                    <a:pt x="1729" y="27222"/>
                    <a:pt x="3491" y="26569"/>
                    <a:pt x="4828" y="25232"/>
                  </a:cubicBezTo>
                  <a:lnTo>
                    <a:pt x="18431" y="11629"/>
                  </a:lnTo>
                  <a:cubicBezTo>
                    <a:pt x="21073" y="8954"/>
                    <a:pt x="21073" y="4649"/>
                    <a:pt x="18431" y="2006"/>
                  </a:cubicBezTo>
                  <a:cubicBezTo>
                    <a:pt x="17093" y="669"/>
                    <a:pt x="15348" y="0"/>
                    <a:pt x="13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273400" y="918650"/>
              <a:ext cx="1053625" cy="681375"/>
            </a:xfrm>
            <a:custGeom>
              <a:avLst/>
              <a:gdLst/>
              <a:ahLst/>
              <a:cxnLst/>
              <a:rect l="l" t="t" r="r" b="b"/>
              <a:pathLst>
                <a:path w="42145" h="27255" extrusionOk="0">
                  <a:moveTo>
                    <a:pt x="21073" y="0"/>
                  </a:moveTo>
                  <a:cubicBezTo>
                    <a:pt x="19327" y="0"/>
                    <a:pt x="17582" y="669"/>
                    <a:pt x="16245" y="2006"/>
                  </a:cubicBezTo>
                  <a:lnTo>
                    <a:pt x="2642" y="15609"/>
                  </a:lnTo>
                  <a:cubicBezTo>
                    <a:pt x="0" y="18284"/>
                    <a:pt x="0" y="22590"/>
                    <a:pt x="2642" y="25232"/>
                  </a:cubicBezTo>
                  <a:cubicBezTo>
                    <a:pt x="3980" y="26569"/>
                    <a:pt x="5725" y="27238"/>
                    <a:pt x="7466" y="27238"/>
                  </a:cubicBezTo>
                  <a:cubicBezTo>
                    <a:pt x="9207" y="27238"/>
                    <a:pt x="10944" y="26569"/>
                    <a:pt x="12265" y="25232"/>
                  </a:cubicBezTo>
                  <a:lnTo>
                    <a:pt x="21073" y="16457"/>
                  </a:lnTo>
                  <a:lnTo>
                    <a:pt x="29880" y="25232"/>
                  </a:lnTo>
                  <a:cubicBezTo>
                    <a:pt x="31217" y="26569"/>
                    <a:pt x="32946" y="27254"/>
                    <a:pt x="34675" y="27254"/>
                  </a:cubicBezTo>
                  <a:cubicBezTo>
                    <a:pt x="36437" y="27254"/>
                    <a:pt x="38165" y="26569"/>
                    <a:pt x="39503" y="25232"/>
                  </a:cubicBezTo>
                  <a:cubicBezTo>
                    <a:pt x="42145" y="22590"/>
                    <a:pt x="42145" y="18284"/>
                    <a:pt x="39503" y="15609"/>
                  </a:cubicBezTo>
                  <a:lnTo>
                    <a:pt x="25900" y="2006"/>
                  </a:lnTo>
                  <a:cubicBezTo>
                    <a:pt x="24563" y="669"/>
                    <a:pt x="22818" y="0"/>
                    <a:pt x="2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800200" y="919050"/>
              <a:ext cx="526825" cy="680975"/>
            </a:xfrm>
            <a:custGeom>
              <a:avLst/>
              <a:gdLst/>
              <a:ahLst/>
              <a:cxnLst/>
              <a:rect l="l" t="t" r="r" b="b"/>
              <a:pathLst>
                <a:path w="21073" h="27239" extrusionOk="0">
                  <a:moveTo>
                    <a:pt x="1" y="1"/>
                  </a:moveTo>
                  <a:lnTo>
                    <a:pt x="1" y="16441"/>
                  </a:lnTo>
                  <a:lnTo>
                    <a:pt x="8808" y="25216"/>
                  </a:lnTo>
                  <a:cubicBezTo>
                    <a:pt x="10145" y="26553"/>
                    <a:pt x="11874" y="27238"/>
                    <a:pt x="13603" y="27238"/>
                  </a:cubicBezTo>
                  <a:cubicBezTo>
                    <a:pt x="15365" y="27238"/>
                    <a:pt x="17093" y="26553"/>
                    <a:pt x="18431" y="25216"/>
                  </a:cubicBezTo>
                  <a:cubicBezTo>
                    <a:pt x="21073" y="22574"/>
                    <a:pt x="21073" y="18268"/>
                    <a:pt x="18431" y="15593"/>
                  </a:cubicBezTo>
                  <a:lnTo>
                    <a:pt x="4828" y="1990"/>
                  </a:lnTo>
                  <a:cubicBezTo>
                    <a:pt x="3491" y="653"/>
                    <a:pt x="1729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289700" y="23372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1" y="1"/>
                  </a:moveTo>
                  <a:cubicBezTo>
                    <a:pt x="9167" y="1"/>
                    <a:pt x="1" y="9167"/>
                    <a:pt x="1" y="20421"/>
                  </a:cubicBezTo>
                  <a:cubicBezTo>
                    <a:pt x="1" y="31674"/>
                    <a:pt x="9167" y="40841"/>
                    <a:pt x="20421" y="40841"/>
                  </a:cubicBezTo>
                  <a:cubicBezTo>
                    <a:pt x="31674" y="40841"/>
                    <a:pt x="40841" y="31674"/>
                    <a:pt x="40841" y="20421"/>
                  </a:cubicBezTo>
                  <a:cubicBezTo>
                    <a:pt x="40841" y="9167"/>
                    <a:pt x="31674" y="1"/>
                    <a:pt x="20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800200" y="2337200"/>
              <a:ext cx="510525" cy="1021025"/>
            </a:xfrm>
            <a:custGeom>
              <a:avLst/>
              <a:gdLst/>
              <a:ahLst/>
              <a:cxnLst/>
              <a:rect l="l" t="t" r="r" b="b"/>
              <a:pathLst>
                <a:path w="20421" h="40841" extrusionOk="0">
                  <a:moveTo>
                    <a:pt x="1" y="1"/>
                  </a:moveTo>
                  <a:lnTo>
                    <a:pt x="1" y="40841"/>
                  </a:lnTo>
                  <a:cubicBezTo>
                    <a:pt x="11254" y="40841"/>
                    <a:pt x="20421" y="31674"/>
                    <a:pt x="20421" y="20421"/>
                  </a:cubicBezTo>
                  <a:cubicBezTo>
                    <a:pt x="20421" y="9167"/>
                    <a:pt x="1125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3" name="Google Shape;1203;p16"/>
          <p:cNvGrpSpPr/>
          <p:nvPr/>
        </p:nvGrpSpPr>
        <p:grpSpPr>
          <a:xfrm>
            <a:off x="6579113" y="2023190"/>
            <a:ext cx="795928" cy="795928"/>
            <a:chOff x="1190625" y="238125"/>
            <a:chExt cx="5219200" cy="5219200"/>
          </a:xfrm>
        </p:grpSpPr>
        <p:sp>
          <p:nvSpPr>
            <p:cNvPr id="1204" name="Google Shape;1204;p16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7146" y="0"/>
                  </a:moveTo>
                  <a:cubicBezTo>
                    <a:pt x="65892" y="0"/>
                    <a:pt x="56726" y="9166"/>
                    <a:pt x="56726" y="20420"/>
                  </a:cubicBezTo>
                  <a:lnTo>
                    <a:pt x="56726" y="56726"/>
                  </a:lnTo>
                  <a:lnTo>
                    <a:pt x="20420" y="56726"/>
                  </a:lnTo>
                  <a:cubicBezTo>
                    <a:pt x="9166" y="56726"/>
                    <a:pt x="0" y="65892"/>
                    <a:pt x="0" y="77146"/>
                  </a:cubicBezTo>
                  <a:lnTo>
                    <a:pt x="0" y="131621"/>
                  </a:lnTo>
                  <a:cubicBezTo>
                    <a:pt x="0" y="142875"/>
                    <a:pt x="9166" y="152041"/>
                    <a:pt x="20420" y="152041"/>
                  </a:cubicBezTo>
                  <a:lnTo>
                    <a:pt x="56726" y="152041"/>
                  </a:lnTo>
                  <a:lnTo>
                    <a:pt x="56726" y="188347"/>
                  </a:lnTo>
                  <a:cubicBezTo>
                    <a:pt x="56726" y="199601"/>
                    <a:pt x="65892" y="208767"/>
                    <a:pt x="77146" y="208767"/>
                  </a:cubicBezTo>
                  <a:lnTo>
                    <a:pt x="131621" y="208767"/>
                  </a:lnTo>
                  <a:cubicBezTo>
                    <a:pt x="142875" y="208767"/>
                    <a:pt x="152041" y="199601"/>
                    <a:pt x="152041" y="188347"/>
                  </a:cubicBezTo>
                  <a:lnTo>
                    <a:pt x="152041" y="152041"/>
                  </a:lnTo>
                  <a:lnTo>
                    <a:pt x="188347" y="152041"/>
                  </a:lnTo>
                  <a:cubicBezTo>
                    <a:pt x="199601" y="152041"/>
                    <a:pt x="208767" y="142875"/>
                    <a:pt x="208767" y="131621"/>
                  </a:cubicBezTo>
                  <a:lnTo>
                    <a:pt x="208767" y="77146"/>
                  </a:lnTo>
                  <a:cubicBezTo>
                    <a:pt x="208767" y="65892"/>
                    <a:pt x="199601" y="56726"/>
                    <a:pt x="188347" y="56726"/>
                  </a:cubicBezTo>
                  <a:lnTo>
                    <a:pt x="152041" y="56726"/>
                  </a:lnTo>
                  <a:lnTo>
                    <a:pt x="152041" y="20420"/>
                  </a:lnTo>
                  <a:cubicBezTo>
                    <a:pt x="152041" y="9166"/>
                    <a:pt x="142875" y="0"/>
                    <a:pt x="131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800200" y="238125"/>
              <a:ext cx="2609625" cy="5219200"/>
            </a:xfrm>
            <a:custGeom>
              <a:avLst/>
              <a:gdLst/>
              <a:ahLst/>
              <a:cxnLst/>
              <a:rect l="l" t="t" r="r" b="b"/>
              <a:pathLst>
                <a:path w="104385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27238" y="208767"/>
                  </a:lnTo>
                  <a:cubicBezTo>
                    <a:pt x="38492" y="208767"/>
                    <a:pt x="47658" y="199601"/>
                    <a:pt x="47658" y="188347"/>
                  </a:cubicBezTo>
                  <a:lnTo>
                    <a:pt x="47658" y="152041"/>
                  </a:lnTo>
                  <a:lnTo>
                    <a:pt x="83964" y="152041"/>
                  </a:lnTo>
                  <a:cubicBezTo>
                    <a:pt x="95218" y="152041"/>
                    <a:pt x="104384" y="142875"/>
                    <a:pt x="104384" y="131621"/>
                  </a:cubicBezTo>
                  <a:lnTo>
                    <a:pt x="104384" y="77146"/>
                  </a:lnTo>
                  <a:cubicBezTo>
                    <a:pt x="104384" y="65892"/>
                    <a:pt x="95218" y="56726"/>
                    <a:pt x="83964" y="56726"/>
                  </a:cubicBezTo>
                  <a:lnTo>
                    <a:pt x="47658" y="56726"/>
                  </a:lnTo>
                  <a:lnTo>
                    <a:pt x="47658" y="20420"/>
                  </a:lnTo>
                  <a:cubicBezTo>
                    <a:pt x="47658" y="9166"/>
                    <a:pt x="38492" y="0"/>
                    <a:pt x="27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1854425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21102" y="1"/>
                  </a:moveTo>
                  <a:cubicBezTo>
                    <a:pt x="19360" y="1"/>
                    <a:pt x="17615" y="661"/>
                    <a:pt x="16278" y="1982"/>
                  </a:cubicBezTo>
                  <a:lnTo>
                    <a:pt x="2675" y="15585"/>
                  </a:lnTo>
                  <a:cubicBezTo>
                    <a:pt x="1" y="18260"/>
                    <a:pt x="1" y="22565"/>
                    <a:pt x="2675" y="25240"/>
                  </a:cubicBezTo>
                  <a:lnTo>
                    <a:pt x="16278" y="38843"/>
                  </a:lnTo>
                  <a:cubicBezTo>
                    <a:pt x="17615" y="40180"/>
                    <a:pt x="19344" y="40833"/>
                    <a:pt x="21106" y="40833"/>
                  </a:cubicBezTo>
                  <a:cubicBezTo>
                    <a:pt x="22834" y="40833"/>
                    <a:pt x="24596" y="40180"/>
                    <a:pt x="25901" y="38843"/>
                  </a:cubicBezTo>
                  <a:cubicBezTo>
                    <a:pt x="28576" y="36168"/>
                    <a:pt x="28576" y="31862"/>
                    <a:pt x="25901" y="29220"/>
                  </a:cubicBezTo>
                  <a:lnTo>
                    <a:pt x="17126" y="20413"/>
                  </a:lnTo>
                  <a:lnTo>
                    <a:pt x="25901" y="11605"/>
                  </a:lnTo>
                  <a:cubicBezTo>
                    <a:pt x="28576" y="8963"/>
                    <a:pt x="28576" y="4625"/>
                    <a:pt x="25901" y="1982"/>
                  </a:cubicBezTo>
                  <a:cubicBezTo>
                    <a:pt x="24580" y="661"/>
                    <a:pt x="22843" y="1"/>
                    <a:pt x="2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5031600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7475" y="1"/>
                  </a:moveTo>
                  <a:cubicBezTo>
                    <a:pt x="5734" y="1"/>
                    <a:pt x="3996" y="661"/>
                    <a:pt x="2675" y="1982"/>
                  </a:cubicBezTo>
                  <a:cubicBezTo>
                    <a:pt x="1" y="4657"/>
                    <a:pt x="1" y="8963"/>
                    <a:pt x="2675" y="11605"/>
                  </a:cubicBezTo>
                  <a:lnTo>
                    <a:pt x="11450" y="20413"/>
                  </a:lnTo>
                  <a:lnTo>
                    <a:pt x="2675" y="29220"/>
                  </a:lnTo>
                  <a:cubicBezTo>
                    <a:pt x="1" y="31862"/>
                    <a:pt x="1" y="36168"/>
                    <a:pt x="2675" y="38843"/>
                  </a:cubicBezTo>
                  <a:cubicBezTo>
                    <a:pt x="3980" y="40180"/>
                    <a:pt x="5742" y="40833"/>
                    <a:pt x="7471" y="40833"/>
                  </a:cubicBezTo>
                  <a:cubicBezTo>
                    <a:pt x="9232" y="40833"/>
                    <a:pt x="10961" y="40180"/>
                    <a:pt x="12298" y="38843"/>
                  </a:cubicBezTo>
                  <a:lnTo>
                    <a:pt x="25901" y="25240"/>
                  </a:lnTo>
                  <a:cubicBezTo>
                    <a:pt x="28576" y="22565"/>
                    <a:pt x="28576" y="18260"/>
                    <a:pt x="25901" y="15585"/>
                  </a:cubicBezTo>
                  <a:lnTo>
                    <a:pt x="12298" y="1982"/>
                  </a:lnTo>
                  <a:cubicBezTo>
                    <a:pt x="10961" y="661"/>
                    <a:pt x="9216" y="1"/>
                    <a:pt x="7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273400" y="4095825"/>
              <a:ext cx="1053625" cy="680550"/>
            </a:xfrm>
            <a:custGeom>
              <a:avLst/>
              <a:gdLst/>
              <a:ahLst/>
              <a:cxnLst/>
              <a:rect l="l" t="t" r="r" b="b"/>
              <a:pathLst>
                <a:path w="42145" h="27222" extrusionOk="0">
                  <a:moveTo>
                    <a:pt x="7466" y="0"/>
                  </a:moveTo>
                  <a:cubicBezTo>
                    <a:pt x="5725" y="0"/>
                    <a:pt x="3980" y="669"/>
                    <a:pt x="2642" y="2006"/>
                  </a:cubicBezTo>
                  <a:cubicBezTo>
                    <a:pt x="0" y="4649"/>
                    <a:pt x="0" y="8954"/>
                    <a:pt x="2642" y="11629"/>
                  </a:cubicBezTo>
                  <a:lnTo>
                    <a:pt x="16245" y="25232"/>
                  </a:lnTo>
                  <a:cubicBezTo>
                    <a:pt x="17582" y="26569"/>
                    <a:pt x="19344" y="27222"/>
                    <a:pt x="21073" y="27222"/>
                  </a:cubicBezTo>
                  <a:cubicBezTo>
                    <a:pt x="22801" y="27222"/>
                    <a:pt x="24563" y="26569"/>
                    <a:pt x="25900" y="25232"/>
                  </a:cubicBezTo>
                  <a:lnTo>
                    <a:pt x="39503" y="11629"/>
                  </a:lnTo>
                  <a:cubicBezTo>
                    <a:pt x="42145" y="8954"/>
                    <a:pt x="42145" y="4649"/>
                    <a:pt x="39503" y="2006"/>
                  </a:cubicBezTo>
                  <a:cubicBezTo>
                    <a:pt x="38165" y="669"/>
                    <a:pt x="36420" y="0"/>
                    <a:pt x="34679" y="0"/>
                  </a:cubicBezTo>
                  <a:cubicBezTo>
                    <a:pt x="32938" y="0"/>
                    <a:pt x="31201" y="669"/>
                    <a:pt x="29880" y="2006"/>
                  </a:cubicBezTo>
                  <a:lnTo>
                    <a:pt x="21073" y="10781"/>
                  </a:lnTo>
                  <a:lnTo>
                    <a:pt x="12265" y="2006"/>
                  </a:lnTo>
                  <a:cubicBezTo>
                    <a:pt x="10944" y="669"/>
                    <a:pt x="9207" y="0"/>
                    <a:pt x="7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800200" y="4095825"/>
              <a:ext cx="526825" cy="680550"/>
            </a:xfrm>
            <a:custGeom>
              <a:avLst/>
              <a:gdLst/>
              <a:ahLst/>
              <a:cxnLst/>
              <a:rect l="l" t="t" r="r" b="b"/>
              <a:pathLst>
                <a:path w="21073" h="27222" extrusionOk="0">
                  <a:moveTo>
                    <a:pt x="13607" y="0"/>
                  </a:moveTo>
                  <a:cubicBezTo>
                    <a:pt x="11866" y="0"/>
                    <a:pt x="10129" y="669"/>
                    <a:pt x="8808" y="2006"/>
                  </a:cubicBezTo>
                  <a:lnTo>
                    <a:pt x="1" y="10781"/>
                  </a:lnTo>
                  <a:lnTo>
                    <a:pt x="1" y="27222"/>
                  </a:lnTo>
                  <a:cubicBezTo>
                    <a:pt x="1729" y="27222"/>
                    <a:pt x="3491" y="26569"/>
                    <a:pt x="4828" y="25232"/>
                  </a:cubicBezTo>
                  <a:lnTo>
                    <a:pt x="18431" y="11629"/>
                  </a:lnTo>
                  <a:cubicBezTo>
                    <a:pt x="21073" y="8954"/>
                    <a:pt x="21073" y="4649"/>
                    <a:pt x="18431" y="2006"/>
                  </a:cubicBezTo>
                  <a:cubicBezTo>
                    <a:pt x="17093" y="669"/>
                    <a:pt x="15348" y="0"/>
                    <a:pt x="13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273400" y="918650"/>
              <a:ext cx="1053625" cy="681375"/>
            </a:xfrm>
            <a:custGeom>
              <a:avLst/>
              <a:gdLst/>
              <a:ahLst/>
              <a:cxnLst/>
              <a:rect l="l" t="t" r="r" b="b"/>
              <a:pathLst>
                <a:path w="42145" h="27255" extrusionOk="0">
                  <a:moveTo>
                    <a:pt x="21073" y="0"/>
                  </a:moveTo>
                  <a:cubicBezTo>
                    <a:pt x="19327" y="0"/>
                    <a:pt x="17582" y="669"/>
                    <a:pt x="16245" y="2006"/>
                  </a:cubicBezTo>
                  <a:lnTo>
                    <a:pt x="2642" y="15609"/>
                  </a:lnTo>
                  <a:cubicBezTo>
                    <a:pt x="0" y="18284"/>
                    <a:pt x="0" y="22590"/>
                    <a:pt x="2642" y="25232"/>
                  </a:cubicBezTo>
                  <a:cubicBezTo>
                    <a:pt x="3980" y="26569"/>
                    <a:pt x="5725" y="27238"/>
                    <a:pt x="7466" y="27238"/>
                  </a:cubicBezTo>
                  <a:cubicBezTo>
                    <a:pt x="9207" y="27238"/>
                    <a:pt x="10944" y="26569"/>
                    <a:pt x="12265" y="25232"/>
                  </a:cubicBezTo>
                  <a:lnTo>
                    <a:pt x="21073" y="16457"/>
                  </a:lnTo>
                  <a:lnTo>
                    <a:pt x="29880" y="25232"/>
                  </a:lnTo>
                  <a:cubicBezTo>
                    <a:pt x="31217" y="26569"/>
                    <a:pt x="32946" y="27254"/>
                    <a:pt x="34675" y="27254"/>
                  </a:cubicBezTo>
                  <a:cubicBezTo>
                    <a:pt x="36437" y="27254"/>
                    <a:pt x="38165" y="26569"/>
                    <a:pt x="39503" y="25232"/>
                  </a:cubicBezTo>
                  <a:cubicBezTo>
                    <a:pt x="42145" y="22590"/>
                    <a:pt x="42145" y="18284"/>
                    <a:pt x="39503" y="15609"/>
                  </a:cubicBezTo>
                  <a:lnTo>
                    <a:pt x="25900" y="2006"/>
                  </a:lnTo>
                  <a:cubicBezTo>
                    <a:pt x="24563" y="669"/>
                    <a:pt x="22818" y="0"/>
                    <a:pt x="2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800200" y="919050"/>
              <a:ext cx="526825" cy="680975"/>
            </a:xfrm>
            <a:custGeom>
              <a:avLst/>
              <a:gdLst/>
              <a:ahLst/>
              <a:cxnLst/>
              <a:rect l="l" t="t" r="r" b="b"/>
              <a:pathLst>
                <a:path w="21073" h="27239" extrusionOk="0">
                  <a:moveTo>
                    <a:pt x="1" y="1"/>
                  </a:moveTo>
                  <a:lnTo>
                    <a:pt x="1" y="16441"/>
                  </a:lnTo>
                  <a:lnTo>
                    <a:pt x="8808" y="25216"/>
                  </a:lnTo>
                  <a:cubicBezTo>
                    <a:pt x="10145" y="26553"/>
                    <a:pt x="11874" y="27238"/>
                    <a:pt x="13603" y="27238"/>
                  </a:cubicBezTo>
                  <a:cubicBezTo>
                    <a:pt x="15365" y="27238"/>
                    <a:pt x="17093" y="26553"/>
                    <a:pt x="18431" y="25216"/>
                  </a:cubicBezTo>
                  <a:cubicBezTo>
                    <a:pt x="21073" y="22574"/>
                    <a:pt x="21073" y="18268"/>
                    <a:pt x="18431" y="15593"/>
                  </a:cubicBezTo>
                  <a:lnTo>
                    <a:pt x="4828" y="1990"/>
                  </a:lnTo>
                  <a:cubicBezTo>
                    <a:pt x="3491" y="653"/>
                    <a:pt x="1729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289700" y="23372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1" y="1"/>
                  </a:moveTo>
                  <a:cubicBezTo>
                    <a:pt x="9167" y="1"/>
                    <a:pt x="1" y="9167"/>
                    <a:pt x="1" y="20421"/>
                  </a:cubicBezTo>
                  <a:cubicBezTo>
                    <a:pt x="1" y="31674"/>
                    <a:pt x="9167" y="40841"/>
                    <a:pt x="20421" y="40841"/>
                  </a:cubicBezTo>
                  <a:cubicBezTo>
                    <a:pt x="31674" y="40841"/>
                    <a:pt x="40841" y="31674"/>
                    <a:pt x="40841" y="20421"/>
                  </a:cubicBezTo>
                  <a:cubicBezTo>
                    <a:pt x="40841" y="9167"/>
                    <a:pt x="31674" y="1"/>
                    <a:pt x="20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800200" y="2337200"/>
              <a:ext cx="510525" cy="1021025"/>
            </a:xfrm>
            <a:custGeom>
              <a:avLst/>
              <a:gdLst/>
              <a:ahLst/>
              <a:cxnLst/>
              <a:rect l="l" t="t" r="r" b="b"/>
              <a:pathLst>
                <a:path w="20421" h="40841" extrusionOk="0">
                  <a:moveTo>
                    <a:pt x="1" y="1"/>
                  </a:moveTo>
                  <a:lnTo>
                    <a:pt x="1" y="40841"/>
                  </a:lnTo>
                  <a:cubicBezTo>
                    <a:pt x="11254" y="40841"/>
                    <a:pt x="20421" y="31674"/>
                    <a:pt x="20421" y="20421"/>
                  </a:cubicBezTo>
                  <a:cubicBezTo>
                    <a:pt x="20421" y="9167"/>
                    <a:pt x="1125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4" name="Google Shape;1214;p16"/>
          <p:cNvGrpSpPr/>
          <p:nvPr/>
        </p:nvGrpSpPr>
        <p:grpSpPr>
          <a:xfrm>
            <a:off x="7421900" y="2619865"/>
            <a:ext cx="795928" cy="795928"/>
            <a:chOff x="1190625" y="238125"/>
            <a:chExt cx="5219200" cy="5219200"/>
          </a:xfrm>
        </p:grpSpPr>
        <p:sp>
          <p:nvSpPr>
            <p:cNvPr id="1215" name="Google Shape;1215;p16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7146" y="0"/>
                  </a:moveTo>
                  <a:cubicBezTo>
                    <a:pt x="65892" y="0"/>
                    <a:pt x="56726" y="9166"/>
                    <a:pt x="56726" y="20420"/>
                  </a:cubicBezTo>
                  <a:lnTo>
                    <a:pt x="56726" y="56726"/>
                  </a:lnTo>
                  <a:lnTo>
                    <a:pt x="20420" y="56726"/>
                  </a:lnTo>
                  <a:cubicBezTo>
                    <a:pt x="9166" y="56726"/>
                    <a:pt x="0" y="65892"/>
                    <a:pt x="0" y="77146"/>
                  </a:cubicBezTo>
                  <a:lnTo>
                    <a:pt x="0" y="131621"/>
                  </a:lnTo>
                  <a:cubicBezTo>
                    <a:pt x="0" y="142875"/>
                    <a:pt x="9166" y="152041"/>
                    <a:pt x="20420" y="152041"/>
                  </a:cubicBezTo>
                  <a:lnTo>
                    <a:pt x="56726" y="152041"/>
                  </a:lnTo>
                  <a:lnTo>
                    <a:pt x="56726" y="188347"/>
                  </a:lnTo>
                  <a:cubicBezTo>
                    <a:pt x="56726" y="199601"/>
                    <a:pt x="65892" y="208767"/>
                    <a:pt x="77146" y="208767"/>
                  </a:cubicBezTo>
                  <a:lnTo>
                    <a:pt x="131621" y="208767"/>
                  </a:lnTo>
                  <a:cubicBezTo>
                    <a:pt x="142875" y="208767"/>
                    <a:pt x="152041" y="199601"/>
                    <a:pt x="152041" y="188347"/>
                  </a:cubicBezTo>
                  <a:lnTo>
                    <a:pt x="152041" y="152041"/>
                  </a:lnTo>
                  <a:lnTo>
                    <a:pt x="188347" y="152041"/>
                  </a:lnTo>
                  <a:cubicBezTo>
                    <a:pt x="199601" y="152041"/>
                    <a:pt x="208767" y="142875"/>
                    <a:pt x="208767" y="131621"/>
                  </a:cubicBezTo>
                  <a:lnTo>
                    <a:pt x="208767" y="77146"/>
                  </a:lnTo>
                  <a:cubicBezTo>
                    <a:pt x="208767" y="65892"/>
                    <a:pt x="199601" y="56726"/>
                    <a:pt x="188347" y="56726"/>
                  </a:cubicBezTo>
                  <a:lnTo>
                    <a:pt x="152041" y="56726"/>
                  </a:lnTo>
                  <a:lnTo>
                    <a:pt x="152041" y="20420"/>
                  </a:lnTo>
                  <a:cubicBezTo>
                    <a:pt x="152041" y="9166"/>
                    <a:pt x="142875" y="0"/>
                    <a:pt x="131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800200" y="238125"/>
              <a:ext cx="2609625" cy="5219200"/>
            </a:xfrm>
            <a:custGeom>
              <a:avLst/>
              <a:gdLst/>
              <a:ahLst/>
              <a:cxnLst/>
              <a:rect l="l" t="t" r="r" b="b"/>
              <a:pathLst>
                <a:path w="104385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27238" y="208767"/>
                  </a:lnTo>
                  <a:cubicBezTo>
                    <a:pt x="38492" y="208767"/>
                    <a:pt x="47658" y="199601"/>
                    <a:pt x="47658" y="188347"/>
                  </a:cubicBezTo>
                  <a:lnTo>
                    <a:pt x="47658" y="152041"/>
                  </a:lnTo>
                  <a:lnTo>
                    <a:pt x="83964" y="152041"/>
                  </a:lnTo>
                  <a:cubicBezTo>
                    <a:pt x="95218" y="152041"/>
                    <a:pt x="104384" y="142875"/>
                    <a:pt x="104384" y="131621"/>
                  </a:cubicBezTo>
                  <a:lnTo>
                    <a:pt x="104384" y="77146"/>
                  </a:lnTo>
                  <a:cubicBezTo>
                    <a:pt x="104384" y="65892"/>
                    <a:pt x="95218" y="56726"/>
                    <a:pt x="83964" y="56726"/>
                  </a:cubicBezTo>
                  <a:lnTo>
                    <a:pt x="47658" y="56726"/>
                  </a:lnTo>
                  <a:lnTo>
                    <a:pt x="47658" y="20420"/>
                  </a:lnTo>
                  <a:cubicBezTo>
                    <a:pt x="47658" y="9166"/>
                    <a:pt x="38492" y="0"/>
                    <a:pt x="27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1854425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21102" y="1"/>
                  </a:moveTo>
                  <a:cubicBezTo>
                    <a:pt x="19360" y="1"/>
                    <a:pt x="17615" y="661"/>
                    <a:pt x="16278" y="1982"/>
                  </a:cubicBezTo>
                  <a:lnTo>
                    <a:pt x="2675" y="15585"/>
                  </a:lnTo>
                  <a:cubicBezTo>
                    <a:pt x="1" y="18260"/>
                    <a:pt x="1" y="22565"/>
                    <a:pt x="2675" y="25240"/>
                  </a:cubicBezTo>
                  <a:lnTo>
                    <a:pt x="16278" y="38843"/>
                  </a:lnTo>
                  <a:cubicBezTo>
                    <a:pt x="17615" y="40180"/>
                    <a:pt x="19344" y="40833"/>
                    <a:pt x="21106" y="40833"/>
                  </a:cubicBezTo>
                  <a:cubicBezTo>
                    <a:pt x="22834" y="40833"/>
                    <a:pt x="24596" y="40180"/>
                    <a:pt x="25901" y="38843"/>
                  </a:cubicBezTo>
                  <a:cubicBezTo>
                    <a:pt x="28576" y="36168"/>
                    <a:pt x="28576" y="31862"/>
                    <a:pt x="25901" y="29220"/>
                  </a:cubicBezTo>
                  <a:lnTo>
                    <a:pt x="17126" y="20413"/>
                  </a:lnTo>
                  <a:lnTo>
                    <a:pt x="25901" y="11605"/>
                  </a:lnTo>
                  <a:cubicBezTo>
                    <a:pt x="28576" y="8963"/>
                    <a:pt x="28576" y="4625"/>
                    <a:pt x="25901" y="1982"/>
                  </a:cubicBezTo>
                  <a:cubicBezTo>
                    <a:pt x="24580" y="661"/>
                    <a:pt x="22843" y="1"/>
                    <a:pt x="2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5031600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7475" y="1"/>
                  </a:moveTo>
                  <a:cubicBezTo>
                    <a:pt x="5734" y="1"/>
                    <a:pt x="3996" y="661"/>
                    <a:pt x="2675" y="1982"/>
                  </a:cubicBezTo>
                  <a:cubicBezTo>
                    <a:pt x="1" y="4657"/>
                    <a:pt x="1" y="8963"/>
                    <a:pt x="2675" y="11605"/>
                  </a:cubicBezTo>
                  <a:lnTo>
                    <a:pt x="11450" y="20413"/>
                  </a:lnTo>
                  <a:lnTo>
                    <a:pt x="2675" y="29220"/>
                  </a:lnTo>
                  <a:cubicBezTo>
                    <a:pt x="1" y="31862"/>
                    <a:pt x="1" y="36168"/>
                    <a:pt x="2675" y="38843"/>
                  </a:cubicBezTo>
                  <a:cubicBezTo>
                    <a:pt x="3980" y="40180"/>
                    <a:pt x="5742" y="40833"/>
                    <a:pt x="7471" y="40833"/>
                  </a:cubicBezTo>
                  <a:cubicBezTo>
                    <a:pt x="9232" y="40833"/>
                    <a:pt x="10961" y="40180"/>
                    <a:pt x="12298" y="38843"/>
                  </a:cubicBezTo>
                  <a:lnTo>
                    <a:pt x="25901" y="25240"/>
                  </a:lnTo>
                  <a:cubicBezTo>
                    <a:pt x="28576" y="22565"/>
                    <a:pt x="28576" y="18260"/>
                    <a:pt x="25901" y="15585"/>
                  </a:cubicBezTo>
                  <a:lnTo>
                    <a:pt x="12298" y="1982"/>
                  </a:lnTo>
                  <a:cubicBezTo>
                    <a:pt x="10961" y="661"/>
                    <a:pt x="9216" y="1"/>
                    <a:pt x="7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273400" y="4095825"/>
              <a:ext cx="1053625" cy="680550"/>
            </a:xfrm>
            <a:custGeom>
              <a:avLst/>
              <a:gdLst/>
              <a:ahLst/>
              <a:cxnLst/>
              <a:rect l="l" t="t" r="r" b="b"/>
              <a:pathLst>
                <a:path w="42145" h="27222" extrusionOk="0">
                  <a:moveTo>
                    <a:pt x="7466" y="0"/>
                  </a:moveTo>
                  <a:cubicBezTo>
                    <a:pt x="5725" y="0"/>
                    <a:pt x="3980" y="669"/>
                    <a:pt x="2642" y="2006"/>
                  </a:cubicBezTo>
                  <a:cubicBezTo>
                    <a:pt x="0" y="4649"/>
                    <a:pt x="0" y="8954"/>
                    <a:pt x="2642" y="11629"/>
                  </a:cubicBezTo>
                  <a:lnTo>
                    <a:pt x="16245" y="25232"/>
                  </a:lnTo>
                  <a:cubicBezTo>
                    <a:pt x="17582" y="26569"/>
                    <a:pt x="19344" y="27222"/>
                    <a:pt x="21073" y="27222"/>
                  </a:cubicBezTo>
                  <a:cubicBezTo>
                    <a:pt x="22801" y="27222"/>
                    <a:pt x="24563" y="26569"/>
                    <a:pt x="25900" y="25232"/>
                  </a:cubicBezTo>
                  <a:lnTo>
                    <a:pt x="39503" y="11629"/>
                  </a:lnTo>
                  <a:cubicBezTo>
                    <a:pt x="42145" y="8954"/>
                    <a:pt x="42145" y="4649"/>
                    <a:pt x="39503" y="2006"/>
                  </a:cubicBezTo>
                  <a:cubicBezTo>
                    <a:pt x="38165" y="669"/>
                    <a:pt x="36420" y="0"/>
                    <a:pt x="34679" y="0"/>
                  </a:cubicBezTo>
                  <a:cubicBezTo>
                    <a:pt x="32938" y="0"/>
                    <a:pt x="31201" y="669"/>
                    <a:pt x="29880" y="2006"/>
                  </a:cubicBezTo>
                  <a:lnTo>
                    <a:pt x="21073" y="10781"/>
                  </a:lnTo>
                  <a:lnTo>
                    <a:pt x="12265" y="2006"/>
                  </a:lnTo>
                  <a:cubicBezTo>
                    <a:pt x="10944" y="669"/>
                    <a:pt x="9207" y="0"/>
                    <a:pt x="7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800200" y="4095825"/>
              <a:ext cx="526825" cy="680550"/>
            </a:xfrm>
            <a:custGeom>
              <a:avLst/>
              <a:gdLst/>
              <a:ahLst/>
              <a:cxnLst/>
              <a:rect l="l" t="t" r="r" b="b"/>
              <a:pathLst>
                <a:path w="21073" h="27222" extrusionOk="0">
                  <a:moveTo>
                    <a:pt x="13607" y="0"/>
                  </a:moveTo>
                  <a:cubicBezTo>
                    <a:pt x="11866" y="0"/>
                    <a:pt x="10129" y="669"/>
                    <a:pt x="8808" y="2006"/>
                  </a:cubicBezTo>
                  <a:lnTo>
                    <a:pt x="1" y="10781"/>
                  </a:lnTo>
                  <a:lnTo>
                    <a:pt x="1" y="27222"/>
                  </a:lnTo>
                  <a:cubicBezTo>
                    <a:pt x="1729" y="27222"/>
                    <a:pt x="3491" y="26569"/>
                    <a:pt x="4828" y="25232"/>
                  </a:cubicBezTo>
                  <a:lnTo>
                    <a:pt x="18431" y="11629"/>
                  </a:lnTo>
                  <a:cubicBezTo>
                    <a:pt x="21073" y="8954"/>
                    <a:pt x="21073" y="4649"/>
                    <a:pt x="18431" y="2006"/>
                  </a:cubicBezTo>
                  <a:cubicBezTo>
                    <a:pt x="17093" y="669"/>
                    <a:pt x="15348" y="0"/>
                    <a:pt x="13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273400" y="918650"/>
              <a:ext cx="1053625" cy="681375"/>
            </a:xfrm>
            <a:custGeom>
              <a:avLst/>
              <a:gdLst/>
              <a:ahLst/>
              <a:cxnLst/>
              <a:rect l="l" t="t" r="r" b="b"/>
              <a:pathLst>
                <a:path w="42145" h="27255" extrusionOk="0">
                  <a:moveTo>
                    <a:pt x="21073" y="0"/>
                  </a:moveTo>
                  <a:cubicBezTo>
                    <a:pt x="19327" y="0"/>
                    <a:pt x="17582" y="669"/>
                    <a:pt x="16245" y="2006"/>
                  </a:cubicBezTo>
                  <a:lnTo>
                    <a:pt x="2642" y="15609"/>
                  </a:lnTo>
                  <a:cubicBezTo>
                    <a:pt x="0" y="18284"/>
                    <a:pt x="0" y="22590"/>
                    <a:pt x="2642" y="25232"/>
                  </a:cubicBezTo>
                  <a:cubicBezTo>
                    <a:pt x="3980" y="26569"/>
                    <a:pt x="5725" y="27238"/>
                    <a:pt x="7466" y="27238"/>
                  </a:cubicBezTo>
                  <a:cubicBezTo>
                    <a:pt x="9207" y="27238"/>
                    <a:pt x="10944" y="26569"/>
                    <a:pt x="12265" y="25232"/>
                  </a:cubicBezTo>
                  <a:lnTo>
                    <a:pt x="21073" y="16457"/>
                  </a:lnTo>
                  <a:lnTo>
                    <a:pt x="29880" y="25232"/>
                  </a:lnTo>
                  <a:cubicBezTo>
                    <a:pt x="31217" y="26569"/>
                    <a:pt x="32946" y="27254"/>
                    <a:pt x="34675" y="27254"/>
                  </a:cubicBezTo>
                  <a:cubicBezTo>
                    <a:pt x="36437" y="27254"/>
                    <a:pt x="38165" y="26569"/>
                    <a:pt x="39503" y="25232"/>
                  </a:cubicBezTo>
                  <a:cubicBezTo>
                    <a:pt x="42145" y="22590"/>
                    <a:pt x="42145" y="18284"/>
                    <a:pt x="39503" y="15609"/>
                  </a:cubicBezTo>
                  <a:lnTo>
                    <a:pt x="25900" y="2006"/>
                  </a:lnTo>
                  <a:cubicBezTo>
                    <a:pt x="24563" y="669"/>
                    <a:pt x="22818" y="0"/>
                    <a:pt x="2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800200" y="919050"/>
              <a:ext cx="526825" cy="680975"/>
            </a:xfrm>
            <a:custGeom>
              <a:avLst/>
              <a:gdLst/>
              <a:ahLst/>
              <a:cxnLst/>
              <a:rect l="l" t="t" r="r" b="b"/>
              <a:pathLst>
                <a:path w="21073" h="27239" extrusionOk="0">
                  <a:moveTo>
                    <a:pt x="1" y="1"/>
                  </a:moveTo>
                  <a:lnTo>
                    <a:pt x="1" y="16441"/>
                  </a:lnTo>
                  <a:lnTo>
                    <a:pt x="8808" y="25216"/>
                  </a:lnTo>
                  <a:cubicBezTo>
                    <a:pt x="10145" y="26553"/>
                    <a:pt x="11874" y="27238"/>
                    <a:pt x="13603" y="27238"/>
                  </a:cubicBezTo>
                  <a:cubicBezTo>
                    <a:pt x="15365" y="27238"/>
                    <a:pt x="17093" y="26553"/>
                    <a:pt x="18431" y="25216"/>
                  </a:cubicBezTo>
                  <a:cubicBezTo>
                    <a:pt x="21073" y="22574"/>
                    <a:pt x="21073" y="18268"/>
                    <a:pt x="18431" y="15593"/>
                  </a:cubicBezTo>
                  <a:lnTo>
                    <a:pt x="4828" y="1990"/>
                  </a:lnTo>
                  <a:cubicBezTo>
                    <a:pt x="3491" y="653"/>
                    <a:pt x="1729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289700" y="23372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1" y="1"/>
                  </a:moveTo>
                  <a:cubicBezTo>
                    <a:pt x="9167" y="1"/>
                    <a:pt x="1" y="9167"/>
                    <a:pt x="1" y="20421"/>
                  </a:cubicBezTo>
                  <a:cubicBezTo>
                    <a:pt x="1" y="31674"/>
                    <a:pt x="9167" y="40841"/>
                    <a:pt x="20421" y="40841"/>
                  </a:cubicBezTo>
                  <a:cubicBezTo>
                    <a:pt x="31674" y="40841"/>
                    <a:pt x="40841" y="31674"/>
                    <a:pt x="40841" y="20421"/>
                  </a:cubicBezTo>
                  <a:cubicBezTo>
                    <a:pt x="40841" y="9167"/>
                    <a:pt x="31674" y="1"/>
                    <a:pt x="20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800200" y="2337200"/>
              <a:ext cx="510525" cy="1021025"/>
            </a:xfrm>
            <a:custGeom>
              <a:avLst/>
              <a:gdLst/>
              <a:ahLst/>
              <a:cxnLst/>
              <a:rect l="l" t="t" r="r" b="b"/>
              <a:pathLst>
                <a:path w="20421" h="40841" extrusionOk="0">
                  <a:moveTo>
                    <a:pt x="1" y="1"/>
                  </a:moveTo>
                  <a:lnTo>
                    <a:pt x="1" y="40841"/>
                  </a:lnTo>
                  <a:cubicBezTo>
                    <a:pt x="11254" y="40841"/>
                    <a:pt x="20421" y="31674"/>
                    <a:pt x="20421" y="20421"/>
                  </a:cubicBezTo>
                  <a:cubicBezTo>
                    <a:pt x="20421" y="9167"/>
                    <a:pt x="1125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5" name="Google Shape;1225;p16"/>
          <p:cNvGrpSpPr/>
          <p:nvPr/>
        </p:nvGrpSpPr>
        <p:grpSpPr>
          <a:xfrm>
            <a:off x="8217825" y="2619865"/>
            <a:ext cx="795928" cy="795928"/>
            <a:chOff x="1190625" y="238125"/>
            <a:chExt cx="5219200" cy="5219200"/>
          </a:xfrm>
        </p:grpSpPr>
        <p:sp>
          <p:nvSpPr>
            <p:cNvPr id="1226" name="Google Shape;1226;p16"/>
            <p:cNvSpPr/>
            <p:nvPr/>
          </p:nvSpPr>
          <p:spPr>
            <a:xfrm>
              <a:off x="1190625" y="238125"/>
              <a:ext cx="5219200" cy="5219200"/>
            </a:xfrm>
            <a:custGeom>
              <a:avLst/>
              <a:gdLst/>
              <a:ahLst/>
              <a:cxnLst/>
              <a:rect l="l" t="t" r="r" b="b"/>
              <a:pathLst>
                <a:path w="208768" h="208768" extrusionOk="0">
                  <a:moveTo>
                    <a:pt x="77146" y="0"/>
                  </a:moveTo>
                  <a:cubicBezTo>
                    <a:pt x="65892" y="0"/>
                    <a:pt x="56726" y="9166"/>
                    <a:pt x="56726" y="20420"/>
                  </a:cubicBezTo>
                  <a:lnTo>
                    <a:pt x="56726" y="56726"/>
                  </a:lnTo>
                  <a:lnTo>
                    <a:pt x="20420" y="56726"/>
                  </a:lnTo>
                  <a:cubicBezTo>
                    <a:pt x="9166" y="56726"/>
                    <a:pt x="0" y="65892"/>
                    <a:pt x="0" y="77146"/>
                  </a:cubicBezTo>
                  <a:lnTo>
                    <a:pt x="0" y="131621"/>
                  </a:lnTo>
                  <a:cubicBezTo>
                    <a:pt x="0" y="142875"/>
                    <a:pt x="9166" y="152041"/>
                    <a:pt x="20420" y="152041"/>
                  </a:cubicBezTo>
                  <a:lnTo>
                    <a:pt x="56726" y="152041"/>
                  </a:lnTo>
                  <a:lnTo>
                    <a:pt x="56726" y="188347"/>
                  </a:lnTo>
                  <a:cubicBezTo>
                    <a:pt x="56726" y="199601"/>
                    <a:pt x="65892" y="208767"/>
                    <a:pt x="77146" y="208767"/>
                  </a:cubicBezTo>
                  <a:lnTo>
                    <a:pt x="131621" y="208767"/>
                  </a:lnTo>
                  <a:cubicBezTo>
                    <a:pt x="142875" y="208767"/>
                    <a:pt x="152041" y="199601"/>
                    <a:pt x="152041" y="188347"/>
                  </a:cubicBezTo>
                  <a:lnTo>
                    <a:pt x="152041" y="152041"/>
                  </a:lnTo>
                  <a:lnTo>
                    <a:pt x="188347" y="152041"/>
                  </a:lnTo>
                  <a:cubicBezTo>
                    <a:pt x="199601" y="152041"/>
                    <a:pt x="208767" y="142875"/>
                    <a:pt x="208767" y="131621"/>
                  </a:cubicBezTo>
                  <a:lnTo>
                    <a:pt x="208767" y="77146"/>
                  </a:lnTo>
                  <a:cubicBezTo>
                    <a:pt x="208767" y="65892"/>
                    <a:pt x="199601" y="56726"/>
                    <a:pt x="188347" y="56726"/>
                  </a:cubicBezTo>
                  <a:lnTo>
                    <a:pt x="152041" y="56726"/>
                  </a:lnTo>
                  <a:lnTo>
                    <a:pt x="152041" y="20420"/>
                  </a:lnTo>
                  <a:cubicBezTo>
                    <a:pt x="152041" y="9166"/>
                    <a:pt x="142875" y="0"/>
                    <a:pt x="1316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800200" y="238125"/>
              <a:ext cx="2609625" cy="5219200"/>
            </a:xfrm>
            <a:custGeom>
              <a:avLst/>
              <a:gdLst/>
              <a:ahLst/>
              <a:cxnLst/>
              <a:rect l="l" t="t" r="r" b="b"/>
              <a:pathLst>
                <a:path w="104385" h="208768" extrusionOk="0">
                  <a:moveTo>
                    <a:pt x="1" y="0"/>
                  </a:moveTo>
                  <a:lnTo>
                    <a:pt x="1" y="208767"/>
                  </a:lnTo>
                  <a:lnTo>
                    <a:pt x="27238" y="208767"/>
                  </a:lnTo>
                  <a:cubicBezTo>
                    <a:pt x="38492" y="208767"/>
                    <a:pt x="47658" y="199601"/>
                    <a:pt x="47658" y="188347"/>
                  </a:cubicBezTo>
                  <a:lnTo>
                    <a:pt x="47658" y="152041"/>
                  </a:lnTo>
                  <a:lnTo>
                    <a:pt x="83964" y="152041"/>
                  </a:lnTo>
                  <a:cubicBezTo>
                    <a:pt x="95218" y="152041"/>
                    <a:pt x="104384" y="142875"/>
                    <a:pt x="104384" y="131621"/>
                  </a:cubicBezTo>
                  <a:lnTo>
                    <a:pt x="104384" y="77146"/>
                  </a:lnTo>
                  <a:cubicBezTo>
                    <a:pt x="104384" y="65892"/>
                    <a:pt x="95218" y="56726"/>
                    <a:pt x="83964" y="56726"/>
                  </a:cubicBezTo>
                  <a:lnTo>
                    <a:pt x="47658" y="56726"/>
                  </a:lnTo>
                  <a:lnTo>
                    <a:pt x="47658" y="20420"/>
                  </a:lnTo>
                  <a:cubicBezTo>
                    <a:pt x="47658" y="9166"/>
                    <a:pt x="38492" y="0"/>
                    <a:pt x="27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1854425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21102" y="1"/>
                  </a:moveTo>
                  <a:cubicBezTo>
                    <a:pt x="19360" y="1"/>
                    <a:pt x="17615" y="661"/>
                    <a:pt x="16278" y="1982"/>
                  </a:cubicBezTo>
                  <a:lnTo>
                    <a:pt x="2675" y="15585"/>
                  </a:lnTo>
                  <a:cubicBezTo>
                    <a:pt x="1" y="18260"/>
                    <a:pt x="1" y="22565"/>
                    <a:pt x="2675" y="25240"/>
                  </a:cubicBezTo>
                  <a:lnTo>
                    <a:pt x="16278" y="38843"/>
                  </a:lnTo>
                  <a:cubicBezTo>
                    <a:pt x="17615" y="40180"/>
                    <a:pt x="19344" y="40833"/>
                    <a:pt x="21106" y="40833"/>
                  </a:cubicBezTo>
                  <a:cubicBezTo>
                    <a:pt x="22834" y="40833"/>
                    <a:pt x="24596" y="40180"/>
                    <a:pt x="25901" y="38843"/>
                  </a:cubicBezTo>
                  <a:cubicBezTo>
                    <a:pt x="28576" y="36168"/>
                    <a:pt x="28576" y="31862"/>
                    <a:pt x="25901" y="29220"/>
                  </a:cubicBezTo>
                  <a:lnTo>
                    <a:pt x="17126" y="20413"/>
                  </a:lnTo>
                  <a:lnTo>
                    <a:pt x="25901" y="11605"/>
                  </a:lnTo>
                  <a:cubicBezTo>
                    <a:pt x="28576" y="8963"/>
                    <a:pt x="28576" y="4625"/>
                    <a:pt x="25901" y="1982"/>
                  </a:cubicBezTo>
                  <a:cubicBezTo>
                    <a:pt x="24580" y="661"/>
                    <a:pt x="22843" y="1"/>
                    <a:pt x="21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031600" y="2337400"/>
              <a:ext cx="714400" cy="1020825"/>
            </a:xfrm>
            <a:custGeom>
              <a:avLst/>
              <a:gdLst/>
              <a:ahLst/>
              <a:cxnLst/>
              <a:rect l="l" t="t" r="r" b="b"/>
              <a:pathLst>
                <a:path w="28576" h="40833" extrusionOk="0">
                  <a:moveTo>
                    <a:pt x="7475" y="1"/>
                  </a:moveTo>
                  <a:cubicBezTo>
                    <a:pt x="5734" y="1"/>
                    <a:pt x="3996" y="661"/>
                    <a:pt x="2675" y="1982"/>
                  </a:cubicBezTo>
                  <a:cubicBezTo>
                    <a:pt x="1" y="4657"/>
                    <a:pt x="1" y="8963"/>
                    <a:pt x="2675" y="11605"/>
                  </a:cubicBezTo>
                  <a:lnTo>
                    <a:pt x="11450" y="20413"/>
                  </a:lnTo>
                  <a:lnTo>
                    <a:pt x="2675" y="29220"/>
                  </a:lnTo>
                  <a:cubicBezTo>
                    <a:pt x="1" y="31862"/>
                    <a:pt x="1" y="36168"/>
                    <a:pt x="2675" y="38843"/>
                  </a:cubicBezTo>
                  <a:cubicBezTo>
                    <a:pt x="3980" y="40180"/>
                    <a:pt x="5742" y="40833"/>
                    <a:pt x="7471" y="40833"/>
                  </a:cubicBezTo>
                  <a:cubicBezTo>
                    <a:pt x="9232" y="40833"/>
                    <a:pt x="10961" y="40180"/>
                    <a:pt x="12298" y="38843"/>
                  </a:cubicBezTo>
                  <a:lnTo>
                    <a:pt x="25901" y="25240"/>
                  </a:lnTo>
                  <a:cubicBezTo>
                    <a:pt x="28576" y="22565"/>
                    <a:pt x="28576" y="18260"/>
                    <a:pt x="25901" y="15585"/>
                  </a:cubicBezTo>
                  <a:lnTo>
                    <a:pt x="12298" y="1982"/>
                  </a:lnTo>
                  <a:cubicBezTo>
                    <a:pt x="10961" y="661"/>
                    <a:pt x="9216" y="1"/>
                    <a:pt x="7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273400" y="4095825"/>
              <a:ext cx="1053625" cy="680550"/>
            </a:xfrm>
            <a:custGeom>
              <a:avLst/>
              <a:gdLst/>
              <a:ahLst/>
              <a:cxnLst/>
              <a:rect l="l" t="t" r="r" b="b"/>
              <a:pathLst>
                <a:path w="42145" h="27222" extrusionOk="0">
                  <a:moveTo>
                    <a:pt x="7466" y="0"/>
                  </a:moveTo>
                  <a:cubicBezTo>
                    <a:pt x="5725" y="0"/>
                    <a:pt x="3980" y="669"/>
                    <a:pt x="2642" y="2006"/>
                  </a:cubicBezTo>
                  <a:cubicBezTo>
                    <a:pt x="0" y="4649"/>
                    <a:pt x="0" y="8954"/>
                    <a:pt x="2642" y="11629"/>
                  </a:cubicBezTo>
                  <a:lnTo>
                    <a:pt x="16245" y="25232"/>
                  </a:lnTo>
                  <a:cubicBezTo>
                    <a:pt x="17582" y="26569"/>
                    <a:pt x="19344" y="27222"/>
                    <a:pt x="21073" y="27222"/>
                  </a:cubicBezTo>
                  <a:cubicBezTo>
                    <a:pt x="22801" y="27222"/>
                    <a:pt x="24563" y="26569"/>
                    <a:pt x="25900" y="25232"/>
                  </a:cubicBezTo>
                  <a:lnTo>
                    <a:pt x="39503" y="11629"/>
                  </a:lnTo>
                  <a:cubicBezTo>
                    <a:pt x="42145" y="8954"/>
                    <a:pt x="42145" y="4649"/>
                    <a:pt x="39503" y="2006"/>
                  </a:cubicBezTo>
                  <a:cubicBezTo>
                    <a:pt x="38165" y="669"/>
                    <a:pt x="36420" y="0"/>
                    <a:pt x="34679" y="0"/>
                  </a:cubicBezTo>
                  <a:cubicBezTo>
                    <a:pt x="32938" y="0"/>
                    <a:pt x="31201" y="669"/>
                    <a:pt x="29880" y="2006"/>
                  </a:cubicBezTo>
                  <a:lnTo>
                    <a:pt x="21073" y="10781"/>
                  </a:lnTo>
                  <a:lnTo>
                    <a:pt x="12265" y="2006"/>
                  </a:lnTo>
                  <a:cubicBezTo>
                    <a:pt x="10944" y="669"/>
                    <a:pt x="9207" y="0"/>
                    <a:pt x="7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800200" y="4095825"/>
              <a:ext cx="526825" cy="680550"/>
            </a:xfrm>
            <a:custGeom>
              <a:avLst/>
              <a:gdLst/>
              <a:ahLst/>
              <a:cxnLst/>
              <a:rect l="l" t="t" r="r" b="b"/>
              <a:pathLst>
                <a:path w="21073" h="27222" extrusionOk="0">
                  <a:moveTo>
                    <a:pt x="13607" y="0"/>
                  </a:moveTo>
                  <a:cubicBezTo>
                    <a:pt x="11866" y="0"/>
                    <a:pt x="10129" y="669"/>
                    <a:pt x="8808" y="2006"/>
                  </a:cubicBezTo>
                  <a:lnTo>
                    <a:pt x="1" y="10781"/>
                  </a:lnTo>
                  <a:lnTo>
                    <a:pt x="1" y="27222"/>
                  </a:lnTo>
                  <a:cubicBezTo>
                    <a:pt x="1729" y="27222"/>
                    <a:pt x="3491" y="26569"/>
                    <a:pt x="4828" y="25232"/>
                  </a:cubicBezTo>
                  <a:lnTo>
                    <a:pt x="18431" y="11629"/>
                  </a:lnTo>
                  <a:cubicBezTo>
                    <a:pt x="21073" y="8954"/>
                    <a:pt x="21073" y="4649"/>
                    <a:pt x="18431" y="2006"/>
                  </a:cubicBezTo>
                  <a:cubicBezTo>
                    <a:pt x="17093" y="669"/>
                    <a:pt x="15348" y="0"/>
                    <a:pt x="13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273400" y="918650"/>
              <a:ext cx="1053625" cy="681375"/>
            </a:xfrm>
            <a:custGeom>
              <a:avLst/>
              <a:gdLst/>
              <a:ahLst/>
              <a:cxnLst/>
              <a:rect l="l" t="t" r="r" b="b"/>
              <a:pathLst>
                <a:path w="42145" h="27255" extrusionOk="0">
                  <a:moveTo>
                    <a:pt x="21073" y="0"/>
                  </a:moveTo>
                  <a:cubicBezTo>
                    <a:pt x="19327" y="0"/>
                    <a:pt x="17582" y="669"/>
                    <a:pt x="16245" y="2006"/>
                  </a:cubicBezTo>
                  <a:lnTo>
                    <a:pt x="2642" y="15609"/>
                  </a:lnTo>
                  <a:cubicBezTo>
                    <a:pt x="0" y="18284"/>
                    <a:pt x="0" y="22590"/>
                    <a:pt x="2642" y="25232"/>
                  </a:cubicBezTo>
                  <a:cubicBezTo>
                    <a:pt x="3980" y="26569"/>
                    <a:pt x="5725" y="27238"/>
                    <a:pt x="7466" y="27238"/>
                  </a:cubicBezTo>
                  <a:cubicBezTo>
                    <a:pt x="9207" y="27238"/>
                    <a:pt x="10944" y="26569"/>
                    <a:pt x="12265" y="25232"/>
                  </a:cubicBezTo>
                  <a:lnTo>
                    <a:pt x="21073" y="16457"/>
                  </a:lnTo>
                  <a:lnTo>
                    <a:pt x="29880" y="25232"/>
                  </a:lnTo>
                  <a:cubicBezTo>
                    <a:pt x="31217" y="26569"/>
                    <a:pt x="32946" y="27254"/>
                    <a:pt x="34675" y="27254"/>
                  </a:cubicBezTo>
                  <a:cubicBezTo>
                    <a:pt x="36437" y="27254"/>
                    <a:pt x="38165" y="26569"/>
                    <a:pt x="39503" y="25232"/>
                  </a:cubicBezTo>
                  <a:cubicBezTo>
                    <a:pt x="42145" y="22590"/>
                    <a:pt x="42145" y="18284"/>
                    <a:pt x="39503" y="15609"/>
                  </a:cubicBezTo>
                  <a:lnTo>
                    <a:pt x="25900" y="2006"/>
                  </a:lnTo>
                  <a:cubicBezTo>
                    <a:pt x="24563" y="669"/>
                    <a:pt x="22818" y="0"/>
                    <a:pt x="2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800200" y="919050"/>
              <a:ext cx="526825" cy="680975"/>
            </a:xfrm>
            <a:custGeom>
              <a:avLst/>
              <a:gdLst/>
              <a:ahLst/>
              <a:cxnLst/>
              <a:rect l="l" t="t" r="r" b="b"/>
              <a:pathLst>
                <a:path w="21073" h="27239" extrusionOk="0">
                  <a:moveTo>
                    <a:pt x="1" y="1"/>
                  </a:moveTo>
                  <a:lnTo>
                    <a:pt x="1" y="16441"/>
                  </a:lnTo>
                  <a:lnTo>
                    <a:pt x="8808" y="25216"/>
                  </a:lnTo>
                  <a:cubicBezTo>
                    <a:pt x="10145" y="26553"/>
                    <a:pt x="11874" y="27238"/>
                    <a:pt x="13603" y="27238"/>
                  </a:cubicBezTo>
                  <a:cubicBezTo>
                    <a:pt x="15365" y="27238"/>
                    <a:pt x="17093" y="26553"/>
                    <a:pt x="18431" y="25216"/>
                  </a:cubicBezTo>
                  <a:cubicBezTo>
                    <a:pt x="21073" y="22574"/>
                    <a:pt x="21073" y="18268"/>
                    <a:pt x="18431" y="15593"/>
                  </a:cubicBezTo>
                  <a:lnTo>
                    <a:pt x="4828" y="1990"/>
                  </a:lnTo>
                  <a:cubicBezTo>
                    <a:pt x="3491" y="653"/>
                    <a:pt x="1729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289700" y="2337200"/>
              <a:ext cx="1021025" cy="1021025"/>
            </a:xfrm>
            <a:custGeom>
              <a:avLst/>
              <a:gdLst/>
              <a:ahLst/>
              <a:cxnLst/>
              <a:rect l="l" t="t" r="r" b="b"/>
              <a:pathLst>
                <a:path w="40841" h="40841" extrusionOk="0">
                  <a:moveTo>
                    <a:pt x="20421" y="1"/>
                  </a:moveTo>
                  <a:cubicBezTo>
                    <a:pt x="9167" y="1"/>
                    <a:pt x="1" y="9167"/>
                    <a:pt x="1" y="20421"/>
                  </a:cubicBezTo>
                  <a:cubicBezTo>
                    <a:pt x="1" y="31674"/>
                    <a:pt x="9167" y="40841"/>
                    <a:pt x="20421" y="40841"/>
                  </a:cubicBezTo>
                  <a:cubicBezTo>
                    <a:pt x="31674" y="40841"/>
                    <a:pt x="40841" y="31674"/>
                    <a:pt x="40841" y="20421"/>
                  </a:cubicBezTo>
                  <a:cubicBezTo>
                    <a:pt x="40841" y="9167"/>
                    <a:pt x="31674" y="1"/>
                    <a:pt x="20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800200" y="2337200"/>
              <a:ext cx="510525" cy="1021025"/>
            </a:xfrm>
            <a:custGeom>
              <a:avLst/>
              <a:gdLst/>
              <a:ahLst/>
              <a:cxnLst/>
              <a:rect l="l" t="t" r="r" b="b"/>
              <a:pathLst>
                <a:path w="20421" h="40841" extrusionOk="0">
                  <a:moveTo>
                    <a:pt x="1" y="1"/>
                  </a:moveTo>
                  <a:lnTo>
                    <a:pt x="1" y="40841"/>
                  </a:lnTo>
                  <a:cubicBezTo>
                    <a:pt x="11254" y="40841"/>
                    <a:pt x="20421" y="31674"/>
                    <a:pt x="20421" y="20421"/>
                  </a:cubicBezTo>
                  <a:cubicBezTo>
                    <a:pt x="20421" y="9167"/>
                    <a:pt x="1125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6" name="Google Shape;1236;p16"/>
          <p:cNvCxnSpPr/>
          <p:nvPr/>
        </p:nvCxnSpPr>
        <p:spPr>
          <a:xfrm rot="10800000">
            <a:off x="5229700" y="1811950"/>
            <a:ext cx="0" cy="1227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7" name="Google Shape;1237;p16"/>
          <p:cNvCxnSpPr/>
          <p:nvPr/>
        </p:nvCxnSpPr>
        <p:spPr>
          <a:xfrm rot="10800000" flipH="1">
            <a:off x="6297750" y="1783925"/>
            <a:ext cx="768300" cy="1236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38" name="Google Shape;1238;p16"/>
          <p:cNvCxnSpPr/>
          <p:nvPr/>
        </p:nvCxnSpPr>
        <p:spPr>
          <a:xfrm rot="10800000" flipH="1">
            <a:off x="7543800" y="3020575"/>
            <a:ext cx="1564500" cy="9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9" name="Google Shape;1239;p16"/>
          <p:cNvSpPr txBox="1"/>
          <p:nvPr/>
        </p:nvSpPr>
        <p:spPr>
          <a:xfrm>
            <a:off x="4705025" y="3553000"/>
            <a:ext cx="19299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Par convention celle-ci vaut -1</a:t>
            </a:r>
            <a:endParaRPr sz="8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7"/>
          <p:cNvSpPr txBox="1">
            <a:spLocks noGrp="1"/>
          </p:cNvSpPr>
          <p:nvPr>
            <p:ph type="title"/>
          </p:nvPr>
        </p:nvSpPr>
        <p:spPr>
          <a:xfrm>
            <a:off x="145430" y="3569"/>
            <a:ext cx="3739800" cy="82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 dirty="0"/>
              <a:t>AVANTAGES</a:t>
            </a:r>
            <a:endParaRPr sz="2000" dirty="0"/>
          </a:p>
        </p:txBody>
      </p:sp>
      <p:sp>
        <p:nvSpPr>
          <p:cNvPr id="1245" name="Google Shape;1245;p17"/>
          <p:cNvSpPr txBox="1">
            <a:spLocks noGrp="1"/>
          </p:cNvSpPr>
          <p:nvPr>
            <p:ph type="subTitle" idx="1"/>
          </p:nvPr>
        </p:nvSpPr>
        <p:spPr>
          <a:xfrm>
            <a:off x="544430" y="753000"/>
            <a:ext cx="2941800" cy="97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dirty="0"/>
              <a:t>Simple à comprendre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dirty="0"/>
              <a:t>S’adapte à différents polyominos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fr-FR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fr-FR" dirty="0"/>
          </a:p>
        </p:txBody>
      </p:sp>
      <p:sp>
        <p:nvSpPr>
          <p:cNvPr id="1246" name="Google Shape;1246;p17"/>
          <p:cNvSpPr txBox="1"/>
          <p:nvPr/>
        </p:nvSpPr>
        <p:spPr>
          <a:xfrm>
            <a:off x="5258770" y="-12595"/>
            <a:ext cx="3739800" cy="84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INCONVENIENTS</a:t>
            </a:r>
            <a:endParaRPr/>
          </a:p>
        </p:txBody>
      </p:sp>
      <p:sp>
        <p:nvSpPr>
          <p:cNvPr id="1247" name="Google Shape;1247;p17"/>
          <p:cNvSpPr txBox="1"/>
          <p:nvPr/>
        </p:nvSpPr>
        <p:spPr>
          <a:xfrm>
            <a:off x="5596270" y="528679"/>
            <a:ext cx="2941800" cy="14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fr-FR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• Si le polyomino est “vide” au centre que se passe-t-il?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fr-FR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• </a:t>
            </a:r>
            <a:r>
              <a:rPr lang="fr-FR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Si le polyomino est plus grand que la distance A-&gt;B que se passe-t-il ?</a:t>
            </a:r>
            <a:endParaRPr lang="fr-FR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endParaRPr lang="fr-FR" sz="1400" b="0" i="0" u="none" strike="noStrike" cap="none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" name="Picture 2" descr="A red line graph with numbers&#10;&#10;Description automatically generated">
            <a:extLst>
              <a:ext uri="{FF2B5EF4-FFF2-40B4-BE49-F238E27FC236}">
                <a16:creationId xmlns:a16="http://schemas.microsoft.com/office/drawing/2014/main" id="{72EA89D5-8BA1-3F5D-DF8E-3143DA3AB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7004"/>
            <a:ext cx="2420951" cy="2400434"/>
          </a:xfrm>
          <a:prstGeom prst="rect">
            <a:avLst/>
          </a:prstGeom>
        </p:spPr>
      </p:pic>
      <p:pic>
        <p:nvPicPr>
          <p:cNvPr id="5" name="Picture 4" descr="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C2D9EF90-3F5C-92C2-A49C-E023F801C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069" y="2647221"/>
            <a:ext cx="2482501" cy="2400434"/>
          </a:xfrm>
          <a:prstGeom prst="rect">
            <a:avLst/>
          </a:prstGeom>
        </p:spPr>
      </p:pic>
      <p:pic>
        <p:nvPicPr>
          <p:cNvPr id="7" name="Picture 6" descr="A graph with a red line&#10;&#10;Description automatically generated">
            <a:extLst>
              <a:ext uri="{FF2B5EF4-FFF2-40B4-BE49-F238E27FC236}">
                <a16:creationId xmlns:a16="http://schemas.microsoft.com/office/drawing/2014/main" id="{07F1724B-7E34-F888-59E6-80D5DB08A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877" y="1723059"/>
            <a:ext cx="2266122" cy="2228036"/>
          </a:xfrm>
          <a:prstGeom prst="rect">
            <a:avLst/>
          </a:prstGeom>
        </p:spPr>
      </p:pic>
      <p:pic>
        <p:nvPicPr>
          <p:cNvPr id="9" name="Picture 8" descr="A graph with red lines&#10;&#10;Description automatically generated">
            <a:extLst>
              <a:ext uri="{FF2B5EF4-FFF2-40B4-BE49-F238E27FC236}">
                <a16:creationId xmlns:a16="http://schemas.microsoft.com/office/drawing/2014/main" id="{B1C19B24-351E-240D-7AF6-615B7BEB7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49" y="4030335"/>
            <a:ext cx="3338057" cy="11162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Est-ce réellement un pont?</a:t>
            </a:r>
            <a:endParaRPr/>
          </a:p>
        </p:txBody>
      </p:sp>
      <p:sp>
        <p:nvSpPr>
          <p:cNvPr id="1255" name="Google Shape;1255;p21"/>
          <p:cNvSpPr txBox="1">
            <a:spLocks noGrp="1"/>
          </p:cNvSpPr>
          <p:nvPr>
            <p:ph type="subTitle" idx="1"/>
          </p:nvPr>
        </p:nvSpPr>
        <p:spPr>
          <a:xfrm>
            <a:off x="0" y="3252075"/>
            <a:ext cx="29367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Respecte l’algorithme</a:t>
            </a:r>
            <a:endParaRPr/>
          </a:p>
        </p:txBody>
      </p:sp>
      <p:sp>
        <p:nvSpPr>
          <p:cNvPr id="1256" name="Google Shape;1256;p21"/>
          <p:cNvSpPr txBox="1">
            <a:spLocks noGrp="1"/>
          </p:cNvSpPr>
          <p:nvPr>
            <p:ph type="subTitle" idx="2"/>
          </p:nvPr>
        </p:nvSpPr>
        <p:spPr>
          <a:xfrm>
            <a:off x="2887625" y="3252075"/>
            <a:ext cx="32910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Mais pas très utile comme pont</a:t>
            </a:r>
            <a:endParaRPr/>
          </a:p>
        </p:txBody>
      </p:sp>
      <p:sp>
        <p:nvSpPr>
          <p:cNvPr id="1257" name="Google Shape;1257;p21"/>
          <p:cNvSpPr txBox="1">
            <a:spLocks noGrp="1"/>
          </p:cNvSpPr>
          <p:nvPr>
            <p:ph type="subTitle" idx="3"/>
          </p:nvPr>
        </p:nvSpPr>
        <p:spPr>
          <a:xfrm>
            <a:off x="6178625" y="3252075"/>
            <a:ext cx="2864100" cy="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Un stack non connexe?</a:t>
            </a:r>
            <a:endParaRPr/>
          </a:p>
        </p:txBody>
      </p:sp>
      <p:sp>
        <p:nvSpPr>
          <p:cNvPr id="1258" name="Google Shape;1258;p21"/>
          <p:cNvSpPr txBox="1">
            <a:spLocks noGrp="1"/>
          </p:cNvSpPr>
          <p:nvPr>
            <p:ph type="subTitle" idx="4"/>
          </p:nvPr>
        </p:nvSpPr>
        <p:spPr>
          <a:xfrm>
            <a:off x="6457325" y="3799277"/>
            <a:ext cx="2306700" cy="1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Il est possible de faire un algorithme pour faire un pont non connexe mais cela ne respecterait pas les règles de tetris</a:t>
            </a:r>
            <a:endParaRPr/>
          </a:p>
        </p:txBody>
      </p:sp>
      <p:sp>
        <p:nvSpPr>
          <p:cNvPr id="1259" name="Google Shape;1259;p21"/>
          <p:cNvSpPr txBox="1">
            <a:spLocks noGrp="1"/>
          </p:cNvSpPr>
          <p:nvPr>
            <p:ph type="subTitle" idx="6"/>
          </p:nvPr>
        </p:nvSpPr>
        <p:spPr>
          <a:xfrm>
            <a:off x="3248248" y="3892573"/>
            <a:ext cx="26475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C’est un peu compliqué de traverser la !</a:t>
            </a:r>
            <a:endParaRPr/>
          </a:p>
        </p:txBody>
      </p:sp>
      <p:sp>
        <p:nvSpPr>
          <p:cNvPr id="1260" name="Google Shape;1260;p21"/>
          <p:cNvSpPr txBox="1"/>
          <p:nvPr/>
        </p:nvSpPr>
        <p:spPr>
          <a:xfrm>
            <a:off x="144599" y="3892575"/>
            <a:ext cx="26475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ven Pro"/>
              <a:buNone/>
            </a:pPr>
            <a:r>
              <a:rPr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En effet ici les polyominos s'emboîtent comme il faut selon le choix de la meilleur tangente</a:t>
            </a:r>
            <a:endParaRPr/>
          </a:p>
        </p:txBody>
      </p:sp>
      <p:pic>
        <p:nvPicPr>
          <p:cNvPr id="3" name="Picture 2" descr="A red line graph with numbers&#10;&#10;Description automatically generated">
            <a:extLst>
              <a:ext uri="{FF2B5EF4-FFF2-40B4-BE49-F238E27FC236}">
                <a16:creationId xmlns:a16="http://schemas.microsoft.com/office/drawing/2014/main" id="{B6AB4F74-384A-13E3-1485-9F8A08C4F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27" y="945038"/>
            <a:ext cx="2422996" cy="24024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8"/>
          <p:cNvSpPr txBox="1">
            <a:spLocks noGrp="1"/>
          </p:cNvSpPr>
          <p:nvPr>
            <p:ph type="title"/>
          </p:nvPr>
        </p:nvSpPr>
        <p:spPr>
          <a:xfrm>
            <a:off x="5022775" y="2487975"/>
            <a:ext cx="3403800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/>
              <a:t>Des polyominos qu’on peut découper</a:t>
            </a:r>
            <a:endParaRPr sz="1600"/>
          </a:p>
        </p:txBody>
      </p:sp>
      <p:sp>
        <p:nvSpPr>
          <p:cNvPr id="1267" name="Google Shape;1267;p18"/>
          <p:cNvSpPr txBox="1">
            <a:spLocks noGrp="1"/>
          </p:cNvSpPr>
          <p:nvPr>
            <p:ph type="title" idx="2"/>
          </p:nvPr>
        </p:nvSpPr>
        <p:spPr>
          <a:xfrm>
            <a:off x="3550777" y="1500975"/>
            <a:ext cx="5593223" cy="9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600"/>
              <a:t>SECABILITE</a:t>
            </a:r>
            <a:endParaRPr sz="3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9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1273" name="Google Shape;1273;p19"/>
          <p:cNvSpPr txBox="1">
            <a:spLocks noGrp="1"/>
          </p:cNvSpPr>
          <p:nvPr>
            <p:ph type="subTitle" idx="4294967295"/>
          </p:nvPr>
        </p:nvSpPr>
        <p:spPr>
          <a:xfrm>
            <a:off x="655150" y="3237149"/>
            <a:ext cx="1415700" cy="105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Unaire</a:t>
            </a:r>
            <a:endParaRPr sz="1400" b="0" i="0" u="none" strike="noStrike" cap="non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74" name="Google Shape;1274;p19"/>
          <p:cNvSpPr txBox="1">
            <a:spLocks noGrp="1"/>
          </p:cNvSpPr>
          <p:nvPr>
            <p:ph type="subTitle" idx="4294967295"/>
          </p:nvPr>
        </p:nvSpPr>
        <p:spPr>
          <a:xfrm>
            <a:off x="713850" y="2939450"/>
            <a:ext cx="1358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75" name="Google Shape;1275;p19"/>
          <p:cNvSpPr txBox="1">
            <a:spLocks noGrp="1"/>
          </p:cNvSpPr>
          <p:nvPr>
            <p:ph type="subTitle" idx="4294967295"/>
          </p:nvPr>
        </p:nvSpPr>
        <p:spPr>
          <a:xfrm>
            <a:off x="2302625" y="2939450"/>
            <a:ext cx="1358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2</a:t>
            </a:r>
            <a:endParaRPr/>
          </a:p>
        </p:txBody>
      </p:sp>
      <p:sp>
        <p:nvSpPr>
          <p:cNvPr id="1276" name="Google Shape;1276;p19"/>
          <p:cNvSpPr txBox="1">
            <a:spLocks noGrp="1"/>
          </p:cNvSpPr>
          <p:nvPr>
            <p:ph type="subTitle" idx="4294967295"/>
          </p:nvPr>
        </p:nvSpPr>
        <p:spPr>
          <a:xfrm>
            <a:off x="3892800" y="2939450"/>
            <a:ext cx="1358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77" name="Google Shape;1277;p19"/>
          <p:cNvSpPr txBox="1">
            <a:spLocks noGrp="1"/>
          </p:cNvSpPr>
          <p:nvPr>
            <p:ph type="subTitle" idx="4294967295"/>
          </p:nvPr>
        </p:nvSpPr>
        <p:spPr>
          <a:xfrm>
            <a:off x="5482275" y="2939450"/>
            <a:ext cx="1358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78" name="Google Shape;1278;p19"/>
          <p:cNvSpPr txBox="1">
            <a:spLocks noGrp="1"/>
          </p:cNvSpPr>
          <p:nvPr>
            <p:ph type="subTitle" idx="4294967295"/>
          </p:nvPr>
        </p:nvSpPr>
        <p:spPr>
          <a:xfrm>
            <a:off x="7071750" y="2939450"/>
            <a:ext cx="1358400" cy="2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1279" name="Google Shape;1279;p19"/>
          <p:cNvSpPr txBox="1">
            <a:spLocks noGrp="1"/>
          </p:cNvSpPr>
          <p:nvPr>
            <p:ph type="subTitle" idx="4294967295"/>
          </p:nvPr>
        </p:nvSpPr>
        <p:spPr>
          <a:xfrm>
            <a:off x="2274686" y="3237150"/>
            <a:ext cx="1415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Binaire</a:t>
            </a:r>
            <a:endParaRPr sz="1400" b="0" i="0" u="none" strike="noStrike" cap="non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80" name="Google Shape;1280;p19"/>
          <p:cNvSpPr txBox="1">
            <a:spLocks noGrp="1"/>
          </p:cNvSpPr>
          <p:nvPr>
            <p:ph type="subTitle" idx="4294967295"/>
          </p:nvPr>
        </p:nvSpPr>
        <p:spPr>
          <a:xfrm>
            <a:off x="3854872" y="3237150"/>
            <a:ext cx="1415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Ternaire</a:t>
            </a:r>
            <a:endParaRPr sz="1400" b="0" i="0" u="none" strike="noStrike" cap="non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81" name="Google Shape;1281;p19"/>
          <p:cNvSpPr txBox="1">
            <a:spLocks noGrp="1"/>
          </p:cNvSpPr>
          <p:nvPr>
            <p:ph type="subTitle" idx="4294967295"/>
          </p:nvPr>
        </p:nvSpPr>
        <p:spPr>
          <a:xfrm>
            <a:off x="5463321" y="3237150"/>
            <a:ext cx="1415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Quaternaire</a:t>
            </a:r>
            <a:endParaRPr sz="1400" b="0" i="0" u="none" strike="noStrike" cap="non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82" name="Google Shape;1282;p19"/>
          <p:cNvSpPr txBox="1">
            <a:spLocks noGrp="1"/>
          </p:cNvSpPr>
          <p:nvPr>
            <p:ph type="subTitle" idx="4294967295"/>
          </p:nvPr>
        </p:nvSpPr>
        <p:spPr>
          <a:xfrm>
            <a:off x="7091145" y="3237150"/>
            <a:ext cx="14157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…</a:t>
            </a:r>
            <a:endParaRPr sz="1400" b="0" i="0" u="none" strike="noStrike" cap="none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283" name="Google Shape;1283;p19"/>
          <p:cNvSpPr/>
          <p:nvPr/>
        </p:nvSpPr>
        <p:spPr>
          <a:xfrm rot="5400000">
            <a:off x="1165141" y="2262691"/>
            <a:ext cx="395705" cy="403473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19"/>
          <p:cNvSpPr/>
          <p:nvPr/>
        </p:nvSpPr>
        <p:spPr>
          <a:xfrm rot="5400000">
            <a:off x="2784605" y="2262691"/>
            <a:ext cx="395705" cy="403473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19"/>
          <p:cNvSpPr/>
          <p:nvPr/>
        </p:nvSpPr>
        <p:spPr>
          <a:xfrm rot="5400000">
            <a:off x="4374105" y="2262691"/>
            <a:ext cx="395705" cy="403473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19"/>
          <p:cNvSpPr/>
          <p:nvPr/>
        </p:nvSpPr>
        <p:spPr>
          <a:xfrm rot="5400000">
            <a:off x="5963617" y="2262691"/>
            <a:ext cx="395705" cy="403473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19"/>
          <p:cNvSpPr/>
          <p:nvPr/>
        </p:nvSpPr>
        <p:spPr>
          <a:xfrm rot="5400000">
            <a:off x="7553100" y="2262691"/>
            <a:ext cx="395705" cy="403473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19"/>
          <p:cNvSpPr/>
          <p:nvPr/>
        </p:nvSpPr>
        <p:spPr>
          <a:xfrm rot="5400000">
            <a:off x="1656977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19"/>
          <p:cNvSpPr/>
          <p:nvPr/>
        </p:nvSpPr>
        <p:spPr>
          <a:xfrm rot="5400000">
            <a:off x="1940602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9"/>
          <p:cNvSpPr/>
          <p:nvPr/>
        </p:nvSpPr>
        <p:spPr>
          <a:xfrm rot="5400000">
            <a:off x="2215240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9"/>
          <p:cNvSpPr/>
          <p:nvPr/>
        </p:nvSpPr>
        <p:spPr>
          <a:xfrm rot="5400000">
            <a:off x="2507865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9"/>
          <p:cNvSpPr/>
          <p:nvPr/>
        </p:nvSpPr>
        <p:spPr>
          <a:xfrm rot="5400000">
            <a:off x="3261465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19"/>
          <p:cNvSpPr/>
          <p:nvPr/>
        </p:nvSpPr>
        <p:spPr>
          <a:xfrm rot="5400000">
            <a:off x="3545090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9"/>
          <p:cNvSpPr/>
          <p:nvPr/>
        </p:nvSpPr>
        <p:spPr>
          <a:xfrm rot="5400000">
            <a:off x="3819727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19"/>
          <p:cNvSpPr/>
          <p:nvPr/>
        </p:nvSpPr>
        <p:spPr>
          <a:xfrm rot="5400000">
            <a:off x="4112352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19"/>
          <p:cNvSpPr/>
          <p:nvPr/>
        </p:nvSpPr>
        <p:spPr>
          <a:xfrm rot="5400000">
            <a:off x="4850977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19"/>
          <p:cNvSpPr/>
          <p:nvPr/>
        </p:nvSpPr>
        <p:spPr>
          <a:xfrm rot="5400000">
            <a:off x="5134602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9"/>
          <p:cNvSpPr/>
          <p:nvPr/>
        </p:nvSpPr>
        <p:spPr>
          <a:xfrm rot="5400000">
            <a:off x="5409240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19"/>
          <p:cNvSpPr/>
          <p:nvPr/>
        </p:nvSpPr>
        <p:spPr>
          <a:xfrm rot="5400000">
            <a:off x="5701865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19"/>
          <p:cNvSpPr/>
          <p:nvPr/>
        </p:nvSpPr>
        <p:spPr>
          <a:xfrm rot="5400000">
            <a:off x="6440465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9"/>
          <p:cNvSpPr/>
          <p:nvPr/>
        </p:nvSpPr>
        <p:spPr>
          <a:xfrm rot="5400000">
            <a:off x="6724090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19"/>
          <p:cNvSpPr/>
          <p:nvPr/>
        </p:nvSpPr>
        <p:spPr>
          <a:xfrm rot="5400000">
            <a:off x="6998727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19"/>
          <p:cNvSpPr/>
          <p:nvPr/>
        </p:nvSpPr>
        <p:spPr>
          <a:xfrm rot="5400000">
            <a:off x="7291352" y="2372346"/>
            <a:ext cx="180595" cy="184159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19"/>
          <p:cNvSpPr txBox="1"/>
          <p:nvPr/>
        </p:nvSpPr>
        <p:spPr>
          <a:xfrm>
            <a:off x="708172" y="1257952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ess Start 2P"/>
              <a:buNone/>
            </a:pPr>
            <a:r>
              <a:rPr lang="en" sz="2000" b="0" i="0" u="none" strike="noStrike" cap="none" dirty="0" err="1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Découpés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</a:t>
            </a:r>
            <a:r>
              <a:rPr lang="en" sz="2000" b="0" i="0" u="none" strike="noStrike" cap="none" dirty="0" err="1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</a:t>
            </a:r>
            <a:r>
              <a:rPr lang="en" sz="2000" b="0" i="0" u="none" strike="noStrike" cap="none" dirty="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 part </a:t>
            </a:r>
            <a:r>
              <a:rPr lang="en" sz="2000" b="0" i="0" u="none" strike="noStrike" cap="none" dirty="0" err="1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égales</a:t>
            </a:r>
            <a:endParaRPr dirty="0"/>
          </a:p>
        </p:txBody>
      </p:sp>
      <p:sp>
        <p:nvSpPr>
          <p:cNvPr id="1305" name="Google Shape;1305;p19"/>
          <p:cNvSpPr txBox="1"/>
          <p:nvPr/>
        </p:nvSpPr>
        <p:spPr>
          <a:xfrm>
            <a:off x="708172" y="1715198"/>
            <a:ext cx="7709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ess Start 2P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Pas de rotation ou symétries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20"/>
          <p:cNvSpPr txBox="1">
            <a:spLocks noGrp="1"/>
          </p:cNvSpPr>
          <p:nvPr>
            <p:ph type="title"/>
          </p:nvPr>
        </p:nvSpPr>
        <p:spPr>
          <a:xfrm>
            <a:off x="220382" y="493788"/>
            <a:ext cx="3739871" cy="141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/>
              <a:t>SELON LA DEFINITION</a:t>
            </a:r>
            <a:endParaRPr sz="2000"/>
          </a:p>
        </p:txBody>
      </p:sp>
      <p:sp>
        <p:nvSpPr>
          <p:cNvPr id="1311" name="Google Shape;1311;p20"/>
          <p:cNvSpPr txBox="1">
            <a:spLocks noGrp="1"/>
          </p:cNvSpPr>
          <p:nvPr>
            <p:ph type="subTitle" idx="1"/>
          </p:nvPr>
        </p:nvSpPr>
        <p:spPr>
          <a:xfrm>
            <a:off x="619417" y="2227349"/>
            <a:ext cx="2941800" cy="198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 err="1"/>
              <a:t>Seulement</a:t>
            </a:r>
            <a:r>
              <a:rPr lang="en" dirty="0"/>
              <a:t> 2 </a:t>
            </a:r>
            <a:r>
              <a:rPr lang="en" dirty="0" err="1"/>
              <a:t>possibilités</a:t>
            </a:r>
            <a:r>
              <a:rPr lang="en" dirty="0"/>
              <a:t> de </a:t>
            </a:r>
            <a:r>
              <a:rPr lang="en" dirty="0" err="1"/>
              <a:t>découper</a:t>
            </a:r>
            <a:r>
              <a:rPr lang="en" dirty="0"/>
              <a:t> un polyomino </a:t>
            </a:r>
            <a:r>
              <a:rPr lang="en" dirty="0" err="1"/>
              <a:t>donné</a:t>
            </a:r>
            <a:r>
              <a:rPr lang="en" dirty="0"/>
              <a:t>.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 err="1"/>
              <a:t>Selon</a:t>
            </a:r>
            <a:r>
              <a:rPr lang="en" dirty="0"/>
              <a:t> </a:t>
            </a:r>
            <a:r>
              <a:rPr lang="en" dirty="0" err="1"/>
              <a:t>l’axe</a:t>
            </a:r>
            <a:r>
              <a:rPr lang="en" dirty="0"/>
              <a:t> vertical.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 err="1"/>
              <a:t>Selon</a:t>
            </a:r>
            <a:r>
              <a:rPr lang="en" dirty="0"/>
              <a:t> </a:t>
            </a:r>
            <a:r>
              <a:rPr lang="en" dirty="0" err="1"/>
              <a:t>l’axe</a:t>
            </a:r>
            <a:r>
              <a:rPr lang="en" dirty="0"/>
              <a:t> </a:t>
            </a:r>
            <a:r>
              <a:rPr lang="en" dirty="0" err="1"/>
              <a:t>horizontale</a:t>
            </a: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dirty="0"/>
              <a:t>Si les </a:t>
            </a:r>
            <a:r>
              <a:rPr lang="en" dirty="0" err="1"/>
              <a:t>nombre</a:t>
            </a:r>
            <a:r>
              <a:rPr lang="en" dirty="0"/>
              <a:t> de case </a:t>
            </a:r>
            <a:r>
              <a:rPr lang="en" dirty="0" err="1"/>
              <a:t>est</a:t>
            </a:r>
            <a:r>
              <a:rPr lang="en" dirty="0"/>
              <a:t> impairs, </a:t>
            </a:r>
            <a:r>
              <a:rPr lang="en" dirty="0" err="1"/>
              <a:t>insécable</a:t>
            </a:r>
            <a:endParaRPr lang="en" dirty="0"/>
          </a:p>
        </p:txBody>
      </p:sp>
      <p:sp>
        <p:nvSpPr>
          <p:cNvPr id="1312" name="Google Shape;1312;p20"/>
          <p:cNvSpPr txBox="1"/>
          <p:nvPr/>
        </p:nvSpPr>
        <p:spPr>
          <a:xfrm>
            <a:off x="5183747" y="560889"/>
            <a:ext cx="3739871" cy="141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ress Start 2P"/>
              <a:buNone/>
            </a:pPr>
            <a:r>
              <a:rPr lang="en" sz="2000" b="0" i="0" u="none" strike="noStrike" cap="none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EN S’Y ECARTANT QUELQUE PEU</a:t>
            </a:r>
            <a:endParaRPr/>
          </a:p>
        </p:txBody>
      </p:sp>
      <p:sp>
        <p:nvSpPr>
          <p:cNvPr id="1313" name="Google Shape;1313;p20"/>
          <p:cNvSpPr txBox="1"/>
          <p:nvPr/>
        </p:nvSpPr>
        <p:spPr>
          <a:xfrm>
            <a:off x="5582785" y="2227349"/>
            <a:ext cx="2941800" cy="248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Pas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obligées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d’être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découpées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en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part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similaire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, avec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même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nombre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de cases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endParaRPr sz="1400" b="0" i="0" u="none" strike="noStrike" cap="none"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Beaucoup plus de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possibilités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!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Difficile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à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400" b="0" i="0" u="none" strike="noStrike" cap="none" dirty="0" err="1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compter</a:t>
            </a:r>
            <a:r>
              <a:rPr lang="en" sz="1400" b="0" i="0" u="none" strike="noStrike" cap="none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!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endParaRPr lang="en" dirty="0">
              <a:solidFill>
                <a:schemeClr val="lt1"/>
              </a:solidFill>
              <a:latin typeface="Maven Pro"/>
              <a:sym typeface="Maven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Si </a:t>
            </a:r>
            <a:r>
              <a:rPr lang="en" dirty="0" err="1">
                <a:solidFill>
                  <a:schemeClr val="lt1"/>
                </a:solidFill>
                <a:latin typeface="Maven Pro"/>
                <a:sym typeface="Maven Pro"/>
              </a:rPr>
              <a:t>sécable</a:t>
            </a: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 2^n </a:t>
            </a:r>
            <a:r>
              <a:rPr lang="en" dirty="0" err="1">
                <a:solidFill>
                  <a:schemeClr val="lt1"/>
                </a:solidFill>
                <a:latin typeface="Maven Pro"/>
                <a:sym typeface="Maven Pro"/>
              </a:rPr>
              <a:t>fois</a:t>
            </a: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, minimum de 2^(</a:t>
            </a:r>
            <a:r>
              <a:rPr lang="en" dirty="0" err="1">
                <a:solidFill>
                  <a:schemeClr val="lt1"/>
                </a:solidFill>
                <a:latin typeface="Maven Pro"/>
                <a:sym typeface="Maven Pro"/>
              </a:rPr>
              <a:t>n+p</a:t>
            </a: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) cases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endParaRPr lang="en" dirty="0">
              <a:solidFill>
                <a:schemeClr val="lt1"/>
              </a:solidFill>
              <a:latin typeface="Maven Pro"/>
              <a:sym typeface="Maven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Si </a:t>
            </a:r>
            <a:r>
              <a:rPr lang="en" dirty="0" err="1">
                <a:solidFill>
                  <a:schemeClr val="lt1"/>
                </a:solidFill>
                <a:latin typeface="Maven Pro"/>
                <a:sym typeface="Maven Pro"/>
              </a:rPr>
              <a:t>sécable</a:t>
            </a: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 </a:t>
            </a:r>
            <a:r>
              <a:rPr lang="en" dirty="0" err="1">
                <a:solidFill>
                  <a:schemeClr val="lt1"/>
                </a:solidFill>
                <a:latin typeface="Maven Pro"/>
                <a:sym typeface="Maven Pro"/>
              </a:rPr>
              <a:t>selon</a:t>
            </a: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 </a:t>
            </a:r>
            <a:r>
              <a:rPr lang="en" dirty="0" err="1">
                <a:solidFill>
                  <a:schemeClr val="lt1"/>
                </a:solidFill>
                <a:latin typeface="Maven Pro"/>
                <a:sym typeface="Maven Pro"/>
              </a:rPr>
              <a:t>d’autres</a:t>
            </a:r>
            <a:r>
              <a:rPr lang="en" dirty="0">
                <a:solidFill>
                  <a:schemeClr val="lt1"/>
                </a:solidFill>
                <a:latin typeface="Maven Pro"/>
                <a:sym typeface="Maven Pro"/>
              </a:rPr>
              <a:t> axes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endParaRPr lang="en" dirty="0">
              <a:solidFill>
                <a:schemeClr val="lt1"/>
              </a:solidFill>
              <a:latin typeface="Maven Pro"/>
              <a:sym typeface="Maven Pr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2"/>
            </a:gs>
            <a:gs pos="24000">
              <a:schemeClr val="dk2"/>
            </a:gs>
            <a:gs pos="56000">
              <a:schemeClr val="dk2"/>
            </a:gs>
            <a:gs pos="100000">
              <a:srgbClr val="141C21"/>
            </a:gs>
          </a:gsLst>
          <a:lin ang="5400700" scaled="0"/>
        </a:gradFill>
        <a:effectLst/>
      </p:bgPr>
    </p:bg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37"/>
          <p:cNvSpPr txBox="1">
            <a:spLocks noGrp="1"/>
          </p:cNvSpPr>
          <p:nvPr>
            <p:ph type="title"/>
          </p:nvPr>
        </p:nvSpPr>
        <p:spPr>
          <a:xfrm>
            <a:off x="747823" y="558861"/>
            <a:ext cx="7648354" cy="16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 Pixel Vintage Gaming by Slidesgo">
  <a:themeElements>
    <a:clrScheme name="Simple Light">
      <a:dk1>
        <a:srgbClr val="FFFF00"/>
      </a:dk1>
      <a:lt1>
        <a:srgbClr val="FFFFFF"/>
      </a:lt1>
      <a:dk2>
        <a:srgbClr val="0E2433"/>
      </a:dk2>
      <a:lt2>
        <a:srgbClr val="45B6FE"/>
      </a:lt2>
      <a:accent1>
        <a:srgbClr val="3792CB"/>
      </a:accent1>
      <a:accent2>
        <a:srgbClr val="296D98"/>
      </a:accent2>
      <a:accent3>
        <a:srgbClr val="1C4966"/>
      </a:accent3>
      <a:accent4>
        <a:srgbClr val="000000"/>
      </a:accent4>
      <a:accent5>
        <a:srgbClr val="0E2433"/>
      </a:accent5>
      <a:accent6>
        <a:srgbClr val="45B6FE"/>
      </a:accent6>
      <a:hlink>
        <a:srgbClr val="FF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704</Words>
  <Application>Microsoft Macintosh PowerPoint</Application>
  <PresentationFormat>On-screen Show (16:9)</PresentationFormat>
  <Paragraphs>159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Roboto</vt:lpstr>
      <vt:lpstr>Maven Pro</vt:lpstr>
      <vt:lpstr>Arial</vt:lpstr>
      <vt:lpstr>Maven Pro SemiBold</vt:lpstr>
      <vt:lpstr>Press Start 2P</vt:lpstr>
      <vt:lpstr>Lato</vt:lpstr>
      <vt:lpstr>Super Pixel Vintage Gaming by Slidesgo</vt:lpstr>
      <vt:lpstr>Projet Maths-info</vt:lpstr>
      <vt:lpstr>— Albert Szent-Gyorgyi </vt:lpstr>
      <vt:lpstr>TABLE DES MATIERES</vt:lpstr>
      <vt:lpstr>POLYOMINO</vt:lpstr>
      <vt:lpstr>PROBLEME =&gt; REFLEXIONS</vt:lpstr>
      <vt:lpstr>Algorithme</vt:lpstr>
      <vt:lpstr>PowerPoint Presentation</vt:lpstr>
      <vt:lpstr>PowerPoint Presentation</vt:lpstr>
      <vt:lpstr>PowerPoint Presentation</vt:lpstr>
      <vt:lpstr>PowerPoint Presentation</vt:lpstr>
      <vt:lpstr>EN IMAGE !!!</vt:lpstr>
      <vt:lpstr>Donc nous pouvons paver…</vt:lpstr>
      <vt:lpstr>Caractériser un ensemble de polyominos</vt:lpstr>
      <vt:lpstr>Représentation de polyominos avec des graphes</vt:lpstr>
      <vt:lpstr>MISE EN EQUATION DU PAVAGE</vt:lpstr>
      <vt:lpstr>Degré Réel</vt:lpstr>
      <vt:lpstr>PowerPoint Presentation</vt:lpstr>
      <vt:lpstr>CARACTERISER UN ENSEMBLE DE POLYOMINO</vt:lpstr>
      <vt:lpstr>DEMONSTRATION DE LA CONVOLUTION</vt:lpstr>
      <vt:lpstr>Mais ça ne suffit pas</vt:lpstr>
      <vt:lpstr>En suivant les règles de TETRIS</vt:lpstr>
      <vt:lpstr>ALGORITHME DU PONT</vt:lpstr>
      <vt:lpstr>AVANTAGES</vt:lpstr>
      <vt:lpstr>Est-ce réellement un pont?</vt:lpstr>
      <vt:lpstr>Des polyominos qu’on peut découper</vt:lpstr>
      <vt:lpstr>DEFINITION</vt:lpstr>
      <vt:lpstr>SELON LA DEFINITION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Maths-info</dc:title>
  <cp:lastModifiedBy>Oscar Cavalieros</cp:lastModifiedBy>
  <cp:revision>5</cp:revision>
  <dcterms:modified xsi:type="dcterms:W3CDTF">2024-05-07T11:19:09Z</dcterms:modified>
</cp:coreProperties>
</file>